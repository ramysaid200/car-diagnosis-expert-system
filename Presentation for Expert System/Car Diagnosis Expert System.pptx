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7" d="100"/>
          <a:sy n="67" d="100"/>
        </p:scale>
        <p:origin x="834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613593" y="2605840"/>
            <a:ext cx="6964813" cy="711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50" b="0" i="0">
                <a:solidFill>
                  <a:srgbClr val="003366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09-May-26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50" b="0" i="0">
                <a:solidFill>
                  <a:srgbClr val="003366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09-May-26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50" b="0" i="0">
                <a:solidFill>
                  <a:srgbClr val="003366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09-May-26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50" b="0" i="0">
                <a:solidFill>
                  <a:srgbClr val="003366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09-May-26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09-May-26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58800" y="540511"/>
            <a:ext cx="8100059" cy="5840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50" b="0" i="0">
                <a:solidFill>
                  <a:srgbClr val="003366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3400" y="2400262"/>
            <a:ext cx="11125200" cy="30359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09-May-26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4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17.png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jp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7" Type="http://schemas.openxmlformats.org/officeDocument/2006/relationships/image" Target="../media/image33.jp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81400" y="4401294"/>
            <a:ext cx="1285874" cy="64769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53025" y="4401294"/>
            <a:ext cx="1457324" cy="64769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96100" y="4401294"/>
            <a:ext cx="1714499" cy="6476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724418" y="1789024"/>
            <a:ext cx="274383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155" dirty="0">
                <a:solidFill>
                  <a:srgbClr val="D4AE37"/>
                </a:solidFill>
                <a:latin typeface="Arial Black"/>
                <a:cs typeface="Arial Black"/>
              </a:rPr>
              <a:t>FINAL</a:t>
            </a:r>
            <a:r>
              <a:rPr sz="1400" spc="-125" dirty="0">
                <a:solidFill>
                  <a:srgbClr val="D4AE37"/>
                </a:solidFill>
                <a:latin typeface="Arial Black"/>
                <a:cs typeface="Arial Black"/>
              </a:rPr>
              <a:t> </a:t>
            </a:r>
            <a:r>
              <a:rPr sz="1400" spc="-145" dirty="0">
                <a:solidFill>
                  <a:srgbClr val="D4AE37"/>
                </a:solidFill>
                <a:latin typeface="Arial Black"/>
                <a:cs typeface="Arial Black"/>
              </a:rPr>
              <a:t>PROJECT</a:t>
            </a:r>
            <a:r>
              <a:rPr sz="1400" spc="-125" dirty="0">
                <a:solidFill>
                  <a:srgbClr val="D4AE37"/>
                </a:solidFill>
                <a:latin typeface="Arial Black"/>
                <a:cs typeface="Arial Black"/>
              </a:rPr>
              <a:t> </a:t>
            </a:r>
            <a:r>
              <a:rPr sz="1400" spc="-150" dirty="0">
                <a:solidFill>
                  <a:srgbClr val="D4AE37"/>
                </a:solidFill>
                <a:latin typeface="Arial Black"/>
                <a:cs typeface="Arial Black"/>
              </a:rPr>
              <a:t>PRESENTATION</a:t>
            </a:r>
            <a:endParaRPr sz="1400">
              <a:latin typeface="Arial Black"/>
              <a:cs typeface="Arial Black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87227" y="1974839"/>
            <a:ext cx="9017635" cy="163512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675"/>
              </a:spcBef>
            </a:pPr>
            <a:r>
              <a:rPr sz="4800" spc="-70" dirty="0">
                <a:solidFill>
                  <a:srgbClr val="003366"/>
                </a:solidFill>
                <a:latin typeface="Arial Black"/>
                <a:cs typeface="Arial Black"/>
              </a:rPr>
              <a:t>Car</a:t>
            </a:r>
            <a:r>
              <a:rPr sz="4800" spc="-550" dirty="0">
                <a:solidFill>
                  <a:srgbClr val="003366"/>
                </a:solidFill>
                <a:latin typeface="Arial Black"/>
                <a:cs typeface="Arial Black"/>
              </a:rPr>
              <a:t> </a:t>
            </a:r>
            <a:r>
              <a:rPr sz="4800" spc="-150" dirty="0">
                <a:solidFill>
                  <a:srgbClr val="003366"/>
                </a:solidFill>
                <a:latin typeface="Arial Black"/>
                <a:cs typeface="Arial Black"/>
              </a:rPr>
              <a:t>Diagnosis</a:t>
            </a:r>
            <a:r>
              <a:rPr sz="4800" spc="-550" dirty="0">
                <a:solidFill>
                  <a:srgbClr val="003366"/>
                </a:solidFill>
                <a:latin typeface="Arial Black"/>
                <a:cs typeface="Arial Black"/>
              </a:rPr>
              <a:t> </a:t>
            </a:r>
            <a:r>
              <a:rPr sz="4800" spc="-290" dirty="0">
                <a:solidFill>
                  <a:srgbClr val="003366"/>
                </a:solidFill>
                <a:latin typeface="Arial Black"/>
                <a:cs typeface="Arial Black"/>
              </a:rPr>
              <a:t>Expert</a:t>
            </a:r>
            <a:r>
              <a:rPr sz="4800" spc="-550" dirty="0">
                <a:solidFill>
                  <a:srgbClr val="003366"/>
                </a:solidFill>
                <a:latin typeface="Arial Black"/>
                <a:cs typeface="Arial Black"/>
              </a:rPr>
              <a:t> </a:t>
            </a:r>
            <a:r>
              <a:rPr sz="4800" spc="-65" dirty="0">
                <a:solidFill>
                  <a:srgbClr val="003366"/>
                </a:solidFill>
                <a:latin typeface="Arial Black"/>
                <a:cs typeface="Arial Black"/>
              </a:rPr>
              <a:t>System</a:t>
            </a:r>
            <a:endParaRPr sz="4800">
              <a:latin typeface="Arial Black"/>
              <a:cs typeface="Arial Black"/>
            </a:endParaRPr>
          </a:p>
          <a:p>
            <a:pPr algn="ctr">
              <a:lnSpc>
                <a:spcPct val="100000"/>
              </a:lnSpc>
              <a:spcBef>
                <a:spcPts val="575"/>
              </a:spcBef>
            </a:pPr>
            <a:r>
              <a:rPr sz="4800" dirty="0">
                <a:solidFill>
                  <a:srgbClr val="003366"/>
                </a:solidFill>
                <a:latin typeface="Lucida Sans Unicode"/>
                <a:cs typeface="Lucida Sans Unicode"/>
              </a:rPr>
              <a:t>using</a:t>
            </a:r>
            <a:r>
              <a:rPr sz="4800" spc="-215" dirty="0">
                <a:solidFill>
                  <a:srgbClr val="003366"/>
                </a:solidFill>
                <a:latin typeface="Lucida Sans Unicode"/>
                <a:cs typeface="Lucida Sans Unicode"/>
              </a:rPr>
              <a:t> </a:t>
            </a:r>
            <a:r>
              <a:rPr sz="4800" spc="-10" dirty="0">
                <a:solidFill>
                  <a:srgbClr val="003366"/>
                </a:solidFill>
                <a:latin typeface="Lucida Sans Unicode"/>
                <a:cs typeface="Lucida Sans Unicode"/>
              </a:rPr>
              <a:t>Prolog</a:t>
            </a:r>
            <a:endParaRPr sz="4800">
              <a:latin typeface="Lucida Sans Unicode"/>
              <a:cs typeface="Lucida Sans Unicode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057869" y="3632779"/>
            <a:ext cx="407542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64738B"/>
                </a:solidFill>
                <a:latin typeface="Tahoma"/>
                <a:cs typeface="Tahoma"/>
              </a:rPr>
              <a:t>Artificial</a:t>
            </a:r>
            <a:r>
              <a:rPr sz="1800" spc="-160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z="1800" spc="-40" dirty="0">
                <a:solidFill>
                  <a:srgbClr val="64738B"/>
                </a:solidFill>
                <a:latin typeface="Tahoma"/>
                <a:cs typeface="Tahoma"/>
              </a:rPr>
              <a:t>Intelligence</a:t>
            </a:r>
            <a:r>
              <a:rPr sz="1800" spc="-160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z="1800" spc="90" dirty="0">
                <a:solidFill>
                  <a:srgbClr val="64738B"/>
                </a:solidFill>
                <a:latin typeface="Tahoma"/>
                <a:cs typeface="Tahoma"/>
              </a:rPr>
              <a:t>CCE414</a:t>
            </a:r>
            <a:r>
              <a:rPr sz="1800" spc="-160" dirty="0">
                <a:solidFill>
                  <a:srgbClr val="64738B"/>
                </a:solidFill>
                <a:latin typeface="Tahoma"/>
                <a:cs typeface="Tahoma"/>
              </a:rPr>
              <a:t> | </a:t>
            </a:r>
            <a:r>
              <a:rPr sz="1800" dirty="0">
                <a:solidFill>
                  <a:srgbClr val="64738B"/>
                </a:solidFill>
                <a:latin typeface="Tahoma"/>
                <a:cs typeface="Tahoma"/>
              </a:rPr>
              <a:t>May</a:t>
            </a:r>
            <a:r>
              <a:rPr sz="1800" spc="-160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z="1800" spc="-20" dirty="0">
                <a:solidFill>
                  <a:srgbClr val="64738B"/>
                </a:solidFill>
                <a:latin typeface="Tahoma"/>
                <a:cs typeface="Tahoma"/>
              </a:rPr>
              <a:t>2026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715000" y="2308025"/>
            <a:ext cx="762000" cy="47625"/>
          </a:xfrm>
          <a:custGeom>
            <a:avLst/>
            <a:gdLst/>
            <a:ahLst/>
            <a:cxnLst/>
            <a:rect l="l" t="t" r="r" b="b"/>
            <a:pathLst>
              <a:path w="762000" h="47625">
                <a:moveTo>
                  <a:pt x="761999" y="47624"/>
                </a:moveTo>
                <a:lnTo>
                  <a:pt x="0" y="47624"/>
                </a:lnTo>
                <a:lnTo>
                  <a:pt x="0" y="0"/>
                </a:lnTo>
                <a:lnTo>
                  <a:pt x="761999" y="0"/>
                </a:lnTo>
                <a:lnTo>
                  <a:pt x="761999" y="47624"/>
                </a:lnTo>
                <a:close/>
              </a:path>
            </a:pathLst>
          </a:custGeom>
          <a:solidFill>
            <a:srgbClr val="D4AE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52195">
              <a:lnSpc>
                <a:spcPct val="100000"/>
              </a:lnSpc>
              <a:spcBef>
                <a:spcPts val="100"/>
              </a:spcBef>
            </a:pPr>
            <a:r>
              <a:rPr sz="4500" spc="-280" dirty="0"/>
              <a:t>The</a:t>
            </a:r>
            <a:r>
              <a:rPr sz="4500" spc="-545" dirty="0"/>
              <a:t> </a:t>
            </a:r>
            <a:r>
              <a:rPr sz="4500" spc="-114" dirty="0"/>
              <a:t>Introduction</a:t>
            </a:r>
            <a:endParaRPr sz="4500"/>
          </a:p>
        </p:txBody>
      </p:sp>
      <p:sp>
        <p:nvSpPr>
          <p:cNvPr id="4" name="object 4"/>
          <p:cNvSpPr txBox="1"/>
          <p:nvPr/>
        </p:nvSpPr>
        <p:spPr>
          <a:xfrm>
            <a:off x="4340800" y="3668069"/>
            <a:ext cx="3510915" cy="276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Problem</a:t>
            </a:r>
            <a:r>
              <a:rPr sz="1650" spc="-9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Statement</a:t>
            </a:r>
            <a:r>
              <a:rPr sz="1650" spc="-8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-10" dirty="0">
                <a:solidFill>
                  <a:srgbClr val="334155"/>
                </a:solidFill>
                <a:latin typeface="Tahoma"/>
                <a:cs typeface="Tahoma"/>
              </a:rPr>
              <a:t>and</a:t>
            </a:r>
            <a:r>
              <a:rPr sz="1650" spc="-8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Project</a:t>
            </a:r>
            <a:r>
              <a:rPr sz="1650" spc="-8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-10" dirty="0">
                <a:solidFill>
                  <a:srgbClr val="334155"/>
                </a:solidFill>
                <a:latin typeface="Tahoma"/>
                <a:cs typeface="Tahoma"/>
              </a:rPr>
              <a:t>Vision</a:t>
            </a:r>
            <a:endParaRPr sz="16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62750" y="2000250"/>
            <a:ext cx="4857899" cy="38099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90" dirty="0"/>
              <a:t>Problem</a:t>
            </a:r>
            <a:r>
              <a:rPr spc="-325" dirty="0"/>
              <a:t> </a:t>
            </a:r>
            <a:r>
              <a:rPr spc="-80" dirty="0"/>
              <a:t>Statement</a:t>
            </a:r>
          </a:p>
        </p:txBody>
      </p:sp>
      <p:sp>
        <p:nvSpPr>
          <p:cNvPr id="4" name="object 4"/>
          <p:cNvSpPr/>
          <p:nvPr/>
        </p:nvSpPr>
        <p:spPr>
          <a:xfrm>
            <a:off x="571500" y="1266825"/>
            <a:ext cx="11049000" cy="28575"/>
          </a:xfrm>
          <a:custGeom>
            <a:avLst/>
            <a:gdLst/>
            <a:ahLst/>
            <a:cxnLst/>
            <a:rect l="l" t="t" r="r" b="b"/>
            <a:pathLst>
              <a:path w="11049000" h="28575">
                <a:moveTo>
                  <a:pt x="11048999" y="28499"/>
                </a:moveTo>
                <a:lnTo>
                  <a:pt x="0" y="28499"/>
                </a:lnTo>
                <a:lnTo>
                  <a:pt x="0" y="0"/>
                </a:lnTo>
                <a:lnTo>
                  <a:pt x="11048999" y="0"/>
                </a:lnTo>
                <a:lnTo>
                  <a:pt x="11048999" y="28499"/>
                </a:lnTo>
                <a:close/>
              </a:path>
            </a:pathLst>
          </a:custGeom>
          <a:solidFill>
            <a:srgbClr val="D4AE3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566737" y="1614487"/>
            <a:ext cx="5724525" cy="1152525"/>
            <a:chOff x="566737" y="1614487"/>
            <a:chExt cx="5724525" cy="1152525"/>
          </a:xfrm>
        </p:grpSpPr>
        <p:sp>
          <p:nvSpPr>
            <p:cNvPr id="6" name="object 6"/>
            <p:cNvSpPr/>
            <p:nvPr/>
          </p:nvSpPr>
          <p:spPr>
            <a:xfrm>
              <a:off x="571500" y="1619250"/>
              <a:ext cx="5715000" cy="1143000"/>
            </a:xfrm>
            <a:custGeom>
              <a:avLst/>
              <a:gdLst/>
              <a:ahLst/>
              <a:cxnLst/>
              <a:rect l="l" t="t" r="r" b="b"/>
              <a:pathLst>
                <a:path w="5715000" h="1143000">
                  <a:moveTo>
                    <a:pt x="5619753" y="1142999"/>
                  </a:moveTo>
                  <a:lnTo>
                    <a:pt x="95246" y="1142999"/>
                  </a:lnTo>
                  <a:lnTo>
                    <a:pt x="58172" y="1135515"/>
                  </a:lnTo>
                  <a:lnTo>
                    <a:pt x="27896" y="1115103"/>
                  </a:lnTo>
                  <a:lnTo>
                    <a:pt x="7484" y="1084827"/>
                  </a:lnTo>
                  <a:lnTo>
                    <a:pt x="0" y="1047753"/>
                  </a:lnTo>
                  <a:lnTo>
                    <a:pt x="0" y="95245"/>
                  </a:lnTo>
                  <a:lnTo>
                    <a:pt x="7484" y="58172"/>
                  </a:lnTo>
                  <a:lnTo>
                    <a:pt x="27896" y="27896"/>
                  </a:lnTo>
                  <a:lnTo>
                    <a:pt x="58172" y="7484"/>
                  </a:lnTo>
                  <a:lnTo>
                    <a:pt x="95246" y="0"/>
                  </a:lnTo>
                  <a:lnTo>
                    <a:pt x="5619753" y="0"/>
                  </a:lnTo>
                  <a:lnTo>
                    <a:pt x="5672596" y="16002"/>
                  </a:lnTo>
                  <a:lnTo>
                    <a:pt x="5707749" y="58797"/>
                  </a:lnTo>
                  <a:lnTo>
                    <a:pt x="5714999" y="95245"/>
                  </a:lnTo>
                  <a:lnTo>
                    <a:pt x="5714999" y="1047753"/>
                  </a:lnTo>
                  <a:lnTo>
                    <a:pt x="5707515" y="1084827"/>
                  </a:lnTo>
                  <a:lnTo>
                    <a:pt x="5687103" y="1115103"/>
                  </a:lnTo>
                  <a:lnTo>
                    <a:pt x="5656827" y="1135515"/>
                  </a:lnTo>
                  <a:lnTo>
                    <a:pt x="5619753" y="1142999"/>
                  </a:lnTo>
                  <a:close/>
                </a:path>
              </a:pathLst>
            </a:custGeom>
            <a:solidFill>
              <a:srgbClr val="F7FA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71500" y="1619250"/>
              <a:ext cx="5715000" cy="1143000"/>
            </a:xfrm>
            <a:custGeom>
              <a:avLst/>
              <a:gdLst/>
              <a:ahLst/>
              <a:cxnLst/>
              <a:rect l="l" t="t" r="r" b="b"/>
              <a:pathLst>
                <a:path w="5715000" h="1143000">
                  <a:moveTo>
                    <a:pt x="0" y="95245"/>
                  </a:moveTo>
                  <a:lnTo>
                    <a:pt x="7484" y="58172"/>
                  </a:lnTo>
                  <a:lnTo>
                    <a:pt x="27896" y="27896"/>
                  </a:lnTo>
                  <a:lnTo>
                    <a:pt x="58172" y="7484"/>
                  </a:lnTo>
                  <a:lnTo>
                    <a:pt x="95246" y="0"/>
                  </a:lnTo>
                  <a:lnTo>
                    <a:pt x="5619753" y="0"/>
                  </a:lnTo>
                  <a:lnTo>
                    <a:pt x="5672596" y="16002"/>
                  </a:lnTo>
                  <a:lnTo>
                    <a:pt x="5707749" y="58797"/>
                  </a:lnTo>
                  <a:lnTo>
                    <a:pt x="5714999" y="95245"/>
                  </a:lnTo>
                  <a:lnTo>
                    <a:pt x="5714999" y="1047753"/>
                  </a:lnTo>
                  <a:lnTo>
                    <a:pt x="5707515" y="1084827"/>
                  </a:lnTo>
                  <a:lnTo>
                    <a:pt x="5687103" y="1115103"/>
                  </a:lnTo>
                  <a:lnTo>
                    <a:pt x="5656827" y="1135515"/>
                  </a:lnTo>
                  <a:lnTo>
                    <a:pt x="5619753" y="1142999"/>
                  </a:lnTo>
                  <a:lnTo>
                    <a:pt x="95246" y="1142999"/>
                  </a:lnTo>
                  <a:lnTo>
                    <a:pt x="58172" y="1135515"/>
                  </a:lnTo>
                  <a:lnTo>
                    <a:pt x="27896" y="1115103"/>
                  </a:lnTo>
                  <a:lnTo>
                    <a:pt x="7484" y="1084827"/>
                  </a:lnTo>
                  <a:lnTo>
                    <a:pt x="0" y="1047753"/>
                  </a:lnTo>
                  <a:lnTo>
                    <a:pt x="0" y="95245"/>
                  </a:lnTo>
                  <a:close/>
                </a:path>
              </a:pathLst>
            </a:custGeom>
            <a:ln w="9524">
              <a:solidFill>
                <a:srgbClr val="E1E7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749300" y="1681005"/>
            <a:ext cx="5293360" cy="890269"/>
          </a:xfrm>
          <a:prstGeom prst="rect">
            <a:avLst/>
          </a:prstGeom>
        </p:spPr>
        <p:txBody>
          <a:bodyPr vert="horz" wrap="square" lIns="0" tIns="1244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80"/>
              </a:spcBef>
            </a:pPr>
            <a:r>
              <a:rPr sz="1800" spc="-120" dirty="0">
                <a:solidFill>
                  <a:srgbClr val="003366"/>
                </a:solidFill>
                <a:latin typeface="Arial Black"/>
                <a:cs typeface="Arial Black"/>
              </a:rPr>
              <a:t>The</a:t>
            </a:r>
            <a:r>
              <a:rPr sz="1800" spc="-195" dirty="0">
                <a:solidFill>
                  <a:srgbClr val="003366"/>
                </a:solidFill>
                <a:latin typeface="Arial Black"/>
                <a:cs typeface="Arial Black"/>
              </a:rPr>
              <a:t> </a:t>
            </a:r>
            <a:r>
              <a:rPr sz="1800" spc="-65" dirty="0">
                <a:solidFill>
                  <a:srgbClr val="003366"/>
                </a:solidFill>
                <a:latin typeface="Arial Black"/>
                <a:cs typeface="Arial Black"/>
              </a:rPr>
              <a:t>Core</a:t>
            </a:r>
            <a:r>
              <a:rPr sz="1800" spc="-190" dirty="0">
                <a:solidFill>
                  <a:srgbClr val="003366"/>
                </a:solidFill>
                <a:latin typeface="Arial Black"/>
                <a:cs typeface="Arial Black"/>
              </a:rPr>
              <a:t> </a:t>
            </a:r>
            <a:r>
              <a:rPr sz="1800" spc="-10" dirty="0">
                <a:solidFill>
                  <a:srgbClr val="003366"/>
                </a:solidFill>
                <a:latin typeface="Arial Black"/>
                <a:cs typeface="Arial Black"/>
              </a:rPr>
              <a:t>Challenge</a:t>
            </a:r>
            <a:endParaRPr sz="1800">
              <a:latin typeface="Arial Black"/>
              <a:cs typeface="Arial Black"/>
            </a:endParaRPr>
          </a:p>
          <a:p>
            <a:pPr marL="12700" marR="5080">
              <a:lnSpc>
                <a:spcPct val="101000"/>
              </a:lnSpc>
              <a:spcBef>
                <a:spcPts val="615"/>
              </a:spcBef>
            </a:pPr>
            <a:r>
              <a:rPr sz="1300" spc="70" dirty="0">
                <a:solidFill>
                  <a:srgbClr val="334155"/>
                </a:solidFill>
                <a:latin typeface="Lucida Sans Unicode"/>
                <a:cs typeface="Lucida Sans Unicode"/>
              </a:rPr>
              <a:t>Car</a:t>
            </a:r>
            <a:r>
              <a:rPr sz="1300" spc="65" dirty="0">
                <a:solidFill>
                  <a:srgbClr val="334155"/>
                </a:solidFill>
                <a:latin typeface="Lucida Sans Unicode"/>
                <a:cs typeface="Lucida Sans Unicode"/>
              </a:rPr>
              <a:t> </a:t>
            </a:r>
            <a:r>
              <a:rPr sz="1300" dirty="0">
                <a:solidFill>
                  <a:srgbClr val="334155"/>
                </a:solidFill>
                <a:latin typeface="Lucida Sans Unicode"/>
                <a:cs typeface="Lucida Sans Unicode"/>
              </a:rPr>
              <a:t>owners</a:t>
            </a:r>
            <a:r>
              <a:rPr sz="1300" spc="65" dirty="0">
                <a:solidFill>
                  <a:srgbClr val="334155"/>
                </a:solidFill>
                <a:latin typeface="Lucida Sans Unicode"/>
                <a:cs typeface="Lucida Sans Unicode"/>
              </a:rPr>
              <a:t> </a:t>
            </a:r>
            <a:r>
              <a:rPr sz="1300" dirty="0">
                <a:solidFill>
                  <a:srgbClr val="334155"/>
                </a:solidFill>
                <a:latin typeface="Lucida Sans Unicode"/>
                <a:cs typeface="Lucida Sans Unicode"/>
              </a:rPr>
              <a:t>often</a:t>
            </a:r>
            <a:r>
              <a:rPr sz="1300" spc="65" dirty="0">
                <a:solidFill>
                  <a:srgbClr val="334155"/>
                </a:solidFill>
                <a:latin typeface="Lucida Sans Unicode"/>
                <a:cs typeface="Lucida Sans Unicode"/>
              </a:rPr>
              <a:t> </a:t>
            </a:r>
            <a:r>
              <a:rPr sz="1300" spc="75" dirty="0">
                <a:solidFill>
                  <a:srgbClr val="334155"/>
                </a:solidFill>
                <a:latin typeface="Lucida Sans Unicode"/>
                <a:cs typeface="Lucida Sans Unicode"/>
              </a:rPr>
              <a:t>face</a:t>
            </a:r>
            <a:r>
              <a:rPr sz="1300" spc="70" dirty="0">
                <a:solidFill>
                  <a:srgbClr val="334155"/>
                </a:solidFill>
                <a:latin typeface="Lucida Sans Unicode"/>
                <a:cs typeface="Lucida Sans Unicode"/>
              </a:rPr>
              <a:t> </a:t>
            </a:r>
            <a:r>
              <a:rPr sz="1300" dirty="0">
                <a:solidFill>
                  <a:srgbClr val="334155"/>
                </a:solidFill>
                <a:latin typeface="Lucida Sans Unicode"/>
                <a:cs typeface="Lucida Sans Unicode"/>
              </a:rPr>
              <a:t>sudden</a:t>
            </a:r>
            <a:r>
              <a:rPr sz="1300" spc="65" dirty="0">
                <a:solidFill>
                  <a:srgbClr val="334155"/>
                </a:solidFill>
                <a:latin typeface="Lucida Sans Unicode"/>
                <a:cs typeface="Lucida Sans Unicode"/>
              </a:rPr>
              <a:t> </a:t>
            </a:r>
            <a:r>
              <a:rPr sz="1300" dirty="0">
                <a:solidFill>
                  <a:srgbClr val="334155"/>
                </a:solidFill>
                <a:latin typeface="Lucida Sans Unicode"/>
                <a:cs typeface="Lucida Sans Unicode"/>
              </a:rPr>
              <a:t>vehicle</a:t>
            </a:r>
            <a:r>
              <a:rPr sz="1300" spc="65" dirty="0">
                <a:solidFill>
                  <a:srgbClr val="334155"/>
                </a:solidFill>
                <a:latin typeface="Lucida Sans Unicode"/>
                <a:cs typeface="Lucida Sans Unicode"/>
              </a:rPr>
              <a:t> </a:t>
            </a:r>
            <a:r>
              <a:rPr sz="1300" dirty="0">
                <a:solidFill>
                  <a:srgbClr val="334155"/>
                </a:solidFill>
                <a:latin typeface="Lucida Sans Unicode"/>
                <a:cs typeface="Lucida Sans Unicode"/>
              </a:rPr>
              <a:t>malfunctions</a:t>
            </a:r>
            <a:r>
              <a:rPr sz="1300" spc="65" dirty="0">
                <a:solidFill>
                  <a:srgbClr val="334155"/>
                </a:solidFill>
                <a:latin typeface="Lucida Sans Unicode"/>
                <a:cs typeface="Lucida Sans Unicode"/>
              </a:rPr>
              <a:t> </a:t>
            </a:r>
            <a:r>
              <a:rPr sz="1300" dirty="0">
                <a:solidFill>
                  <a:srgbClr val="334155"/>
                </a:solidFill>
                <a:latin typeface="Lucida Sans Unicode"/>
                <a:cs typeface="Lucida Sans Unicode"/>
              </a:rPr>
              <a:t>but</a:t>
            </a:r>
            <a:r>
              <a:rPr sz="1300" spc="70" dirty="0">
                <a:solidFill>
                  <a:srgbClr val="334155"/>
                </a:solidFill>
                <a:latin typeface="Lucida Sans Unicode"/>
                <a:cs typeface="Lucida Sans Unicode"/>
              </a:rPr>
              <a:t> </a:t>
            </a:r>
            <a:r>
              <a:rPr sz="1300" dirty="0">
                <a:solidFill>
                  <a:srgbClr val="334155"/>
                </a:solidFill>
                <a:latin typeface="Lucida Sans Unicode"/>
                <a:cs typeface="Lucida Sans Unicode"/>
              </a:rPr>
              <a:t>lack</a:t>
            </a:r>
            <a:r>
              <a:rPr sz="1300" spc="65" dirty="0">
                <a:solidFill>
                  <a:srgbClr val="334155"/>
                </a:solidFill>
                <a:latin typeface="Lucida Sans Unicode"/>
                <a:cs typeface="Lucida Sans Unicode"/>
              </a:rPr>
              <a:t> </a:t>
            </a:r>
            <a:r>
              <a:rPr sz="1300" spc="-25" dirty="0">
                <a:solidFill>
                  <a:srgbClr val="334155"/>
                </a:solidFill>
                <a:latin typeface="Lucida Sans Unicode"/>
                <a:cs typeface="Lucida Sans Unicode"/>
              </a:rPr>
              <a:t>the </a:t>
            </a:r>
            <a:r>
              <a:rPr sz="1300" spc="70" dirty="0">
                <a:solidFill>
                  <a:srgbClr val="334155"/>
                </a:solidFill>
                <a:latin typeface="Lucida Sans Unicode"/>
                <a:cs typeface="Lucida Sans Unicode"/>
              </a:rPr>
              <a:t>mechanical</a:t>
            </a:r>
            <a:r>
              <a:rPr sz="1300" spc="-60" dirty="0">
                <a:solidFill>
                  <a:srgbClr val="334155"/>
                </a:solidFill>
                <a:latin typeface="Lucida Sans Unicode"/>
                <a:cs typeface="Lucida Sans Unicode"/>
              </a:rPr>
              <a:t> </a:t>
            </a:r>
            <a:r>
              <a:rPr sz="1300" dirty="0">
                <a:solidFill>
                  <a:srgbClr val="334155"/>
                </a:solidFill>
                <a:latin typeface="Lucida Sans Unicode"/>
                <a:cs typeface="Lucida Sans Unicode"/>
              </a:rPr>
              <a:t>expertise</a:t>
            </a:r>
            <a:r>
              <a:rPr sz="1300" spc="-55" dirty="0">
                <a:solidFill>
                  <a:srgbClr val="334155"/>
                </a:solidFill>
                <a:latin typeface="Lucida Sans Unicode"/>
                <a:cs typeface="Lucida Sans Unicode"/>
              </a:rPr>
              <a:t> </a:t>
            </a:r>
            <a:r>
              <a:rPr sz="1300" dirty="0">
                <a:solidFill>
                  <a:srgbClr val="334155"/>
                </a:solidFill>
                <a:latin typeface="Lucida Sans Unicode"/>
                <a:cs typeface="Lucida Sans Unicode"/>
              </a:rPr>
              <a:t>to</a:t>
            </a:r>
            <a:r>
              <a:rPr sz="1300" spc="-60" dirty="0">
                <a:solidFill>
                  <a:srgbClr val="334155"/>
                </a:solidFill>
                <a:latin typeface="Lucida Sans Unicode"/>
                <a:cs typeface="Lucida Sans Unicode"/>
              </a:rPr>
              <a:t> </a:t>
            </a:r>
            <a:r>
              <a:rPr sz="1300" dirty="0">
                <a:solidFill>
                  <a:srgbClr val="334155"/>
                </a:solidFill>
                <a:latin typeface="Lucida Sans Unicode"/>
                <a:cs typeface="Lucida Sans Unicode"/>
              </a:rPr>
              <a:t>identify</a:t>
            </a:r>
            <a:r>
              <a:rPr sz="1300" spc="-55" dirty="0">
                <a:solidFill>
                  <a:srgbClr val="334155"/>
                </a:solidFill>
                <a:latin typeface="Lucida Sans Unicode"/>
                <a:cs typeface="Lucida Sans Unicode"/>
              </a:rPr>
              <a:t> </a:t>
            </a:r>
            <a:r>
              <a:rPr sz="1300" dirty="0">
                <a:solidFill>
                  <a:srgbClr val="334155"/>
                </a:solidFill>
                <a:latin typeface="Lucida Sans Unicode"/>
                <a:cs typeface="Lucida Sans Unicode"/>
              </a:rPr>
              <a:t>root</a:t>
            </a:r>
            <a:r>
              <a:rPr sz="1300" spc="-55" dirty="0">
                <a:solidFill>
                  <a:srgbClr val="334155"/>
                </a:solidFill>
                <a:latin typeface="Lucida Sans Unicode"/>
                <a:cs typeface="Lucida Sans Unicode"/>
              </a:rPr>
              <a:t> </a:t>
            </a:r>
            <a:r>
              <a:rPr sz="1300" spc="-10" dirty="0">
                <a:solidFill>
                  <a:srgbClr val="334155"/>
                </a:solidFill>
                <a:latin typeface="Lucida Sans Unicode"/>
                <a:cs typeface="Lucida Sans Unicode"/>
              </a:rPr>
              <a:t>causes.</a:t>
            </a:r>
            <a:endParaRPr sz="1300">
              <a:latin typeface="Lucida Sans Unicode"/>
              <a:cs typeface="Lucida Sans Unicode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566737" y="3567112"/>
            <a:ext cx="5724525" cy="819785"/>
            <a:chOff x="566737" y="3567112"/>
            <a:chExt cx="5724525" cy="819785"/>
          </a:xfrm>
        </p:grpSpPr>
        <p:sp>
          <p:nvSpPr>
            <p:cNvPr id="10" name="object 10"/>
            <p:cNvSpPr/>
            <p:nvPr/>
          </p:nvSpPr>
          <p:spPr>
            <a:xfrm>
              <a:off x="571500" y="3571875"/>
              <a:ext cx="5715000" cy="810260"/>
            </a:xfrm>
            <a:custGeom>
              <a:avLst/>
              <a:gdLst/>
              <a:ahLst/>
              <a:cxnLst/>
              <a:rect l="l" t="t" r="r" b="b"/>
              <a:pathLst>
                <a:path w="5715000" h="810260">
                  <a:moveTo>
                    <a:pt x="5619746" y="809699"/>
                  </a:moveTo>
                  <a:lnTo>
                    <a:pt x="95253" y="809699"/>
                  </a:lnTo>
                  <a:lnTo>
                    <a:pt x="58176" y="802214"/>
                  </a:lnTo>
                  <a:lnTo>
                    <a:pt x="27899" y="781801"/>
                  </a:lnTo>
                  <a:lnTo>
                    <a:pt x="7485" y="751523"/>
                  </a:lnTo>
                  <a:lnTo>
                    <a:pt x="0" y="714446"/>
                  </a:lnTo>
                  <a:lnTo>
                    <a:pt x="0" y="95252"/>
                  </a:lnTo>
                  <a:lnTo>
                    <a:pt x="7485" y="58176"/>
                  </a:lnTo>
                  <a:lnTo>
                    <a:pt x="27899" y="27898"/>
                  </a:lnTo>
                  <a:lnTo>
                    <a:pt x="58176" y="7485"/>
                  </a:lnTo>
                  <a:lnTo>
                    <a:pt x="95253" y="0"/>
                  </a:lnTo>
                  <a:lnTo>
                    <a:pt x="5619746" y="0"/>
                  </a:lnTo>
                  <a:lnTo>
                    <a:pt x="5672593" y="16003"/>
                  </a:lnTo>
                  <a:lnTo>
                    <a:pt x="5707749" y="58801"/>
                  </a:lnTo>
                  <a:lnTo>
                    <a:pt x="5714999" y="95252"/>
                  </a:lnTo>
                  <a:lnTo>
                    <a:pt x="5714999" y="714446"/>
                  </a:lnTo>
                  <a:lnTo>
                    <a:pt x="5707514" y="751523"/>
                  </a:lnTo>
                  <a:lnTo>
                    <a:pt x="5687101" y="781801"/>
                  </a:lnTo>
                  <a:lnTo>
                    <a:pt x="5656823" y="802214"/>
                  </a:lnTo>
                  <a:lnTo>
                    <a:pt x="5619746" y="8096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71500" y="3571875"/>
              <a:ext cx="5715000" cy="810260"/>
            </a:xfrm>
            <a:custGeom>
              <a:avLst/>
              <a:gdLst/>
              <a:ahLst/>
              <a:cxnLst/>
              <a:rect l="l" t="t" r="r" b="b"/>
              <a:pathLst>
                <a:path w="5715000" h="810260">
                  <a:moveTo>
                    <a:pt x="0" y="95252"/>
                  </a:moveTo>
                  <a:lnTo>
                    <a:pt x="7485" y="58176"/>
                  </a:lnTo>
                  <a:lnTo>
                    <a:pt x="27899" y="27898"/>
                  </a:lnTo>
                  <a:lnTo>
                    <a:pt x="58176" y="7485"/>
                  </a:lnTo>
                  <a:lnTo>
                    <a:pt x="95253" y="0"/>
                  </a:lnTo>
                  <a:lnTo>
                    <a:pt x="5619746" y="0"/>
                  </a:lnTo>
                  <a:lnTo>
                    <a:pt x="5672593" y="16003"/>
                  </a:lnTo>
                  <a:lnTo>
                    <a:pt x="5707749" y="58801"/>
                  </a:lnTo>
                  <a:lnTo>
                    <a:pt x="5714999" y="95252"/>
                  </a:lnTo>
                  <a:lnTo>
                    <a:pt x="5714999" y="714446"/>
                  </a:lnTo>
                  <a:lnTo>
                    <a:pt x="5707514" y="751523"/>
                  </a:lnTo>
                  <a:lnTo>
                    <a:pt x="5687101" y="781801"/>
                  </a:lnTo>
                  <a:lnTo>
                    <a:pt x="5656823" y="802214"/>
                  </a:lnTo>
                  <a:lnTo>
                    <a:pt x="5619746" y="809699"/>
                  </a:lnTo>
                  <a:lnTo>
                    <a:pt x="95253" y="809699"/>
                  </a:lnTo>
                  <a:lnTo>
                    <a:pt x="58176" y="802214"/>
                  </a:lnTo>
                  <a:lnTo>
                    <a:pt x="27899" y="781801"/>
                  </a:lnTo>
                  <a:lnTo>
                    <a:pt x="7485" y="751523"/>
                  </a:lnTo>
                  <a:lnTo>
                    <a:pt x="0" y="714446"/>
                  </a:lnTo>
                  <a:lnTo>
                    <a:pt x="0" y="95252"/>
                  </a:lnTo>
                  <a:close/>
                </a:path>
              </a:pathLst>
            </a:custGeom>
            <a:ln w="9524">
              <a:solidFill>
                <a:srgbClr val="F1F4F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87499" y="3812932"/>
              <a:ext cx="330200" cy="282575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558800" y="3160522"/>
            <a:ext cx="3817620" cy="9309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00" dirty="0">
                <a:solidFill>
                  <a:srgbClr val="003366"/>
                </a:solidFill>
                <a:latin typeface="Arial Black"/>
                <a:cs typeface="Arial Black"/>
              </a:rPr>
              <a:t>This</a:t>
            </a:r>
            <a:r>
              <a:rPr sz="1600" spc="-165" dirty="0">
                <a:solidFill>
                  <a:srgbClr val="003366"/>
                </a:solidFill>
                <a:latin typeface="Arial Black"/>
                <a:cs typeface="Arial Black"/>
              </a:rPr>
              <a:t> </a:t>
            </a:r>
            <a:r>
              <a:rPr sz="1600" spc="-45" dirty="0">
                <a:solidFill>
                  <a:srgbClr val="003366"/>
                </a:solidFill>
                <a:latin typeface="Arial Black"/>
                <a:cs typeface="Arial Black"/>
              </a:rPr>
              <a:t>leads</a:t>
            </a:r>
            <a:r>
              <a:rPr sz="1600" spc="-165" dirty="0">
                <a:solidFill>
                  <a:srgbClr val="003366"/>
                </a:solidFill>
                <a:latin typeface="Arial Black"/>
                <a:cs typeface="Arial Black"/>
              </a:rPr>
              <a:t> </a:t>
            </a:r>
            <a:r>
              <a:rPr sz="1600" spc="-25" dirty="0">
                <a:solidFill>
                  <a:srgbClr val="003366"/>
                </a:solidFill>
                <a:latin typeface="Arial Black"/>
                <a:cs typeface="Arial Black"/>
              </a:rPr>
              <a:t>to:</a:t>
            </a:r>
            <a:endParaRPr sz="160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  <a:spcBef>
                <a:spcPts val="1265"/>
              </a:spcBef>
            </a:pPr>
            <a:endParaRPr sz="1600">
              <a:latin typeface="Arial Black"/>
              <a:cs typeface="Arial Black"/>
            </a:endParaRPr>
          </a:p>
          <a:p>
            <a:pPr marL="727075">
              <a:lnSpc>
                <a:spcPct val="100000"/>
              </a:lnSpc>
              <a:spcBef>
                <a:spcPts val="5"/>
              </a:spcBef>
            </a:pPr>
            <a:r>
              <a:rPr sz="1400" b="1" spc="-100" dirty="0">
                <a:solidFill>
                  <a:srgbClr val="475568"/>
                </a:solidFill>
                <a:latin typeface="Tahoma"/>
                <a:cs typeface="Tahoma"/>
              </a:rPr>
              <a:t>Unnecessary stress</a:t>
            </a:r>
            <a:r>
              <a:rPr sz="1400" b="1" spc="-95" dirty="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sz="1400" b="1" spc="-105" dirty="0">
                <a:solidFill>
                  <a:srgbClr val="475568"/>
                </a:solidFill>
                <a:latin typeface="Tahoma"/>
                <a:cs typeface="Tahoma"/>
              </a:rPr>
              <a:t>and</a:t>
            </a:r>
            <a:r>
              <a:rPr sz="1400" b="1" spc="-95" dirty="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sz="1400" b="1" spc="-90" dirty="0">
                <a:solidFill>
                  <a:srgbClr val="475568"/>
                </a:solidFill>
                <a:latin typeface="Tahoma"/>
                <a:cs typeface="Tahoma"/>
              </a:rPr>
              <a:t>safety</a:t>
            </a:r>
            <a:r>
              <a:rPr sz="1400" b="1" spc="-100" dirty="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sz="1400" b="1" spc="-70" dirty="0">
                <a:solidFill>
                  <a:srgbClr val="475568"/>
                </a:solidFill>
                <a:latin typeface="Tahoma"/>
                <a:cs typeface="Tahoma"/>
              </a:rPr>
              <a:t>hazards.</a:t>
            </a:r>
            <a:endParaRPr sz="1400">
              <a:latin typeface="Tahoma"/>
              <a:cs typeface="Tahoma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566737" y="4519612"/>
            <a:ext cx="5724525" cy="819785"/>
            <a:chOff x="566737" y="4519612"/>
            <a:chExt cx="5724525" cy="819785"/>
          </a:xfrm>
        </p:grpSpPr>
        <p:sp>
          <p:nvSpPr>
            <p:cNvPr id="15" name="object 15"/>
            <p:cNvSpPr/>
            <p:nvPr/>
          </p:nvSpPr>
          <p:spPr>
            <a:xfrm>
              <a:off x="571500" y="4524375"/>
              <a:ext cx="5715000" cy="810260"/>
            </a:xfrm>
            <a:custGeom>
              <a:avLst/>
              <a:gdLst/>
              <a:ahLst/>
              <a:cxnLst/>
              <a:rect l="l" t="t" r="r" b="b"/>
              <a:pathLst>
                <a:path w="5715000" h="810260">
                  <a:moveTo>
                    <a:pt x="5619746" y="809699"/>
                  </a:moveTo>
                  <a:lnTo>
                    <a:pt x="95253" y="809699"/>
                  </a:lnTo>
                  <a:lnTo>
                    <a:pt x="58176" y="802214"/>
                  </a:lnTo>
                  <a:lnTo>
                    <a:pt x="27899" y="781801"/>
                  </a:lnTo>
                  <a:lnTo>
                    <a:pt x="7485" y="751523"/>
                  </a:lnTo>
                  <a:lnTo>
                    <a:pt x="0" y="714446"/>
                  </a:lnTo>
                  <a:lnTo>
                    <a:pt x="0" y="95252"/>
                  </a:lnTo>
                  <a:lnTo>
                    <a:pt x="7485" y="58176"/>
                  </a:lnTo>
                  <a:lnTo>
                    <a:pt x="27899" y="27898"/>
                  </a:lnTo>
                  <a:lnTo>
                    <a:pt x="58176" y="7485"/>
                  </a:lnTo>
                  <a:lnTo>
                    <a:pt x="95253" y="0"/>
                  </a:lnTo>
                  <a:lnTo>
                    <a:pt x="5619746" y="0"/>
                  </a:lnTo>
                  <a:lnTo>
                    <a:pt x="5672593" y="16003"/>
                  </a:lnTo>
                  <a:lnTo>
                    <a:pt x="5707749" y="58801"/>
                  </a:lnTo>
                  <a:lnTo>
                    <a:pt x="5714999" y="95252"/>
                  </a:lnTo>
                  <a:lnTo>
                    <a:pt x="5714999" y="714446"/>
                  </a:lnTo>
                  <a:lnTo>
                    <a:pt x="5707514" y="751523"/>
                  </a:lnTo>
                  <a:lnTo>
                    <a:pt x="5687101" y="781801"/>
                  </a:lnTo>
                  <a:lnTo>
                    <a:pt x="5656823" y="802214"/>
                  </a:lnTo>
                  <a:lnTo>
                    <a:pt x="5619746" y="8096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71500" y="4524375"/>
              <a:ext cx="5715000" cy="810260"/>
            </a:xfrm>
            <a:custGeom>
              <a:avLst/>
              <a:gdLst/>
              <a:ahLst/>
              <a:cxnLst/>
              <a:rect l="l" t="t" r="r" b="b"/>
              <a:pathLst>
                <a:path w="5715000" h="810260">
                  <a:moveTo>
                    <a:pt x="0" y="95252"/>
                  </a:moveTo>
                  <a:lnTo>
                    <a:pt x="7485" y="58176"/>
                  </a:lnTo>
                  <a:lnTo>
                    <a:pt x="27899" y="27898"/>
                  </a:lnTo>
                  <a:lnTo>
                    <a:pt x="58176" y="7485"/>
                  </a:lnTo>
                  <a:lnTo>
                    <a:pt x="95253" y="0"/>
                  </a:lnTo>
                  <a:lnTo>
                    <a:pt x="5619746" y="0"/>
                  </a:lnTo>
                  <a:lnTo>
                    <a:pt x="5672593" y="16003"/>
                  </a:lnTo>
                  <a:lnTo>
                    <a:pt x="5707749" y="58801"/>
                  </a:lnTo>
                  <a:lnTo>
                    <a:pt x="5714999" y="95252"/>
                  </a:lnTo>
                  <a:lnTo>
                    <a:pt x="5714999" y="714446"/>
                  </a:lnTo>
                  <a:lnTo>
                    <a:pt x="5707514" y="751523"/>
                  </a:lnTo>
                  <a:lnTo>
                    <a:pt x="5687101" y="781801"/>
                  </a:lnTo>
                  <a:lnTo>
                    <a:pt x="5656823" y="802214"/>
                  </a:lnTo>
                  <a:lnTo>
                    <a:pt x="5619746" y="809699"/>
                  </a:lnTo>
                  <a:lnTo>
                    <a:pt x="95253" y="809699"/>
                  </a:lnTo>
                  <a:lnTo>
                    <a:pt x="58176" y="802214"/>
                  </a:lnTo>
                  <a:lnTo>
                    <a:pt x="27899" y="781801"/>
                  </a:lnTo>
                  <a:lnTo>
                    <a:pt x="7485" y="751523"/>
                  </a:lnTo>
                  <a:lnTo>
                    <a:pt x="0" y="714446"/>
                  </a:lnTo>
                  <a:lnTo>
                    <a:pt x="0" y="95252"/>
                  </a:lnTo>
                  <a:close/>
                </a:path>
              </a:pathLst>
            </a:custGeom>
            <a:ln w="9524">
              <a:solidFill>
                <a:srgbClr val="F1F4F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03374" y="4765432"/>
              <a:ext cx="298450" cy="298450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1273175" y="4804638"/>
            <a:ext cx="425132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95" dirty="0">
                <a:solidFill>
                  <a:srgbClr val="475568"/>
                </a:solidFill>
                <a:latin typeface="Tahoma"/>
                <a:cs typeface="Tahoma"/>
              </a:rPr>
              <a:t>Reliance</a:t>
            </a:r>
            <a:r>
              <a:rPr sz="1400" b="1" spc="-100" dirty="0">
                <a:solidFill>
                  <a:srgbClr val="475568"/>
                </a:solidFill>
                <a:latin typeface="Tahoma"/>
                <a:cs typeface="Tahoma"/>
              </a:rPr>
              <a:t> on </a:t>
            </a:r>
            <a:r>
              <a:rPr sz="1400" b="1" spc="-80" dirty="0">
                <a:solidFill>
                  <a:srgbClr val="475568"/>
                </a:solidFill>
                <a:latin typeface="Tahoma"/>
                <a:cs typeface="Tahoma"/>
              </a:rPr>
              <a:t>costly</a:t>
            </a:r>
            <a:r>
              <a:rPr sz="1400" b="1" spc="-95" dirty="0">
                <a:solidFill>
                  <a:srgbClr val="475568"/>
                </a:solidFill>
                <a:latin typeface="Tahoma"/>
                <a:cs typeface="Tahoma"/>
              </a:rPr>
              <a:t> diagnostic </a:t>
            </a:r>
            <a:r>
              <a:rPr sz="1400" b="1" spc="-85" dirty="0">
                <a:solidFill>
                  <a:srgbClr val="475568"/>
                </a:solidFill>
                <a:latin typeface="Tahoma"/>
                <a:cs typeface="Tahoma"/>
              </a:rPr>
              <a:t>services</a:t>
            </a:r>
            <a:r>
              <a:rPr sz="1400" b="1" spc="-90" dirty="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sz="1400" b="1" spc="-65" dirty="0">
                <a:solidFill>
                  <a:srgbClr val="475568"/>
                </a:solidFill>
                <a:latin typeface="Tahoma"/>
                <a:cs typeface="Tahoma"/>
              </a:rPr>
              <a:t>for</a:t>
            </a:r>
            <a:r>
              <a:rPr sz="1400" b="1" spc="-100" dirty="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sz="1400" b="1" spc="-105" dirty="0">
                <a:solidFill>
                  <a:srgbClr val="475568"/>
                </a:solidFill>
                <a:latin typeface="Tahoma"/>
                <a:cs typeface="Tahoma"/>
              </a:rPr>
              <a:t>simple</a:t>
            </a:r>
            <a:r>
              <a:rPr sz="1400" b="1" spc="-100" dirty="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sz="1400" b="1" spc="-60" dirty="0">
                <a:solidFill>
                  <a:srgbClr val="475568"/>
                </a:solidFill>
                <a:latin typeface="Tahoma"/>
                <a:cs typeface="Tahoma"/>
              </a:rPr>
              <a:t>fixes.</a:t>
            </a:r>
            <a:endParaRPr sz="1400">
              <a:latin typeface="Tahoma"/>
              <a:cs typeface="Tahoma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566737" y="5472112"/>
            <a:ext cx="5724525" cy="819785"/>
            <a:chOff x="566737" y="5472112"/>
            <a:chExt cx="5724525" cy="819785"/>
          </a:xfrm>
        </p:grpSpPr>
        <p:sp>
          <p:nvSpPr>
            <p:cNvPr id="20" name="object 20"/>
            <p:cNvSpPr/>
            <p:nvPr/>
          </p:nvSpPr>
          <p:spPr>
            <a:xfrm>
              <a:off x="571500" y="5476875"/>
              <a:ext cx="5715000" cy="810260"/>
            </a:xfrm>
            <a:custGeom>
              <a:avLst/>
              <a:gdLst/>
              <a:ahLst/>
              <a:cxnLst/>
              <a:rect l="l" t="t" r="r" b="b"/>
              <a:pathLst>
                <a:path w="5715000" h="810260">
                  <a:moveTo>
                    <a:pt x="5619746" y="809699"/>
                  </a:moveTo>
                  <a:lnTo>
                    <a:pt x="95253" y="809699"/>
                  </a:lnTo>
                  <a:lnTo>
                    <a:pt x="58176" y="802214"/>
                  </a:lnTo>
                  <a:lnTo>
                    <a:pt x="27899" y="781801"/>
                  </a:lnTo>
                  <a:lnTo>
                    <a:pt x="7485" y="751523"/>
                  </a:lnTo>
                  <a:lnTo>
                    <a:pt x="0" y="714446"/>
                  </a:lnTo>
                  <a:lnTo>
                    <a:pt x="0" y="95252"/>
                  </a:lnTo>
                  <a:lnTo>
                    <a:pt x="7485" y="58176"/>
                  </a:lnTo>
                  <a:lnTo>
                    <a:pt x="27899" y="27898"/>
                  </a:lnTo>
                  <a:lnTo>
                    <a:pt x="58176" y="7485"/>
                  </a:lnTo>
                  <a:lnTo>
                    <a:pt x="95253" y="0"/>
                  </a:lnTo>
                  <a:lnTo>
                    <a:pt x="5619746" y="0"/>
                  </a:lnTo>
                  <a:lnTo>
                    <a:pt x="5672593" y="16003"/>
                  </a:lnTo>
                  <a:lnTo>
                    <a:pt x="5707749" y="58801"/>
                  </a:lnTo>
                  <a:lnTo>
                    <a:pt x="5714999" y="95252"/>
                  </a:lnTo>
                  <a:lnTo>
                    <a:pt x="5714999" y="714446"/>
                  </a:lnTo>
                  <a:lnTo>
                    <a:pt x="5707514" y="751523"/>
                  </a:lnTo>
                  <a:lnTo>
                    <a:pt x="5687101" y="781801"/>
                  </a:lnTo>
                  <a:lnTo>
                    <a:pt x="5656823" y="802214"/>
                  </a:lnTo>
                  <a:lnTo>
                    <a:pt x="5619746" y="8096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71500" y="5476875"/>
              <a:ext cx="5715000" cy="810260"/>
            </a:xfrm>
            <a:custGeom>
              <a:avLst/>
              <a:gdLst/>
              <a:ahLst/>
              <a:cxnLst/>
              <a:rect l="l" t="t" r="r" b="b"/>
              <a:pathLst>
                <a:path w="5715000" h="810260">
                  <a:moveTo>
                    <a:pt x="0" y="95252"/>
                  </a:moveTo>
                  <a:lnTo>
                    <a:pt x="7485" y="58176"/>
                  </a:lnTo>
                  <a:lnTo>
                    <a:pt x="27899" y="27898"/>
                  </a:lnTo>
                  <a:lnTo>
                    <a:pt x="58176" y="7485"/>
                  </a:lnTo>
                  <a:lnTo>
                    <a:pt x="95253" y="0"/>
                  </a:lnTo>
                  <a:lnTo>
                    <a:pt x="5619746" y="0"/>
                  </a:lnTo>
                  <a:lnTo>
                    <a:pt x="5672593" y="16003"/>
                  </a:lnTo>
                  <a:lnTo>
                    <a:pt x="5707749" y="58801"/>
                  </a:lnTo>
                  <a:lnTo>
                    <a:pt x="5714999" y="95252"/>
                  </a:lnTo>
                  <a:lnTo>
                    <a:pt x="5714999" y="714446"/>
                  </a:lnTo>
                  <a:lnTo>
                    <a:pt x="5707514" y="751523"/>
                  </a:lnTo>
                  <a:lnTo>
                    <a:pt x="5687101" y="781801"/>
                  </a:lnTo>
                  <a:lnTo>
                    <a:pt x="5656823" y="802214"/>
                  </a:lnTo>
                  <a:lnTo>
                    <a:pt x="5619746" y="809699"/>
                  </a:lnTo>
                  <a:lnTo>
                    <a:pt x="95253" y="809699"/>
                  </a:lnTo>
                  <a:lnTo>
                    <a:pt x="58176" y="802214"/>
                  </a:lnTo>
                  <a:lnTo>
                    <a:pt x="27899" y="781801"/>
                  </a:lnTo>
                  <a:lnTo>
                    <a:pt x="7485" y="751523"/>
                  </a:lnTo>
                  <a:lnTo>
                    <a:pt x="0" y="714446"/>
                  </a:lnTo>
                  <a:lnTo>
                    <a:pt x="0" y="95252"/>
                  </a:lnTo>
                  <a:close/>
                </a:path>
              </a:pathLst>
            </a:custGeom>
            <a:ln w="9524">
              <a:solidFill>
                <a:srgbClr val="F1F4F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03374" y="5717932"/>
              <a:ext cx="298450" cy="298450"/>
            </a:xfrm>
            <a:prstGeom prst="rect">
              <a:avLst/>
            </a:prstGeom>
          </p:spPr>
        </p:pic>
      </p:grpSp>
      <p:sp>
        <p:nvSpPr>
          <p:cNvPr id="23" name="object 23"/>
          <p:cNvSpPr txBox="1"/>
          <p:nvPr/>
        </p:nvSpPr>
        <p:spPr>
          <a:xfrm>
            <a:off x="1273175" y="5757138"/>
            <a:ext cx="37693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25" dirty="0">
                <a:solidFill>
                  <a:srgbClr val="475568"/>
                </a:solidFill>
                <a:latin typeface="Tahoma"/>
                <a:cs typeface="Tahoma"/>
              </a:rPr>
              <a:t>Long</a:t>
            </a:r>
            <a:r>
              <a:rPr sz="1400" b="1" spc="-105" dirty="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sz="1400" b="1" spc="-110" dirty="0">
                <a:solidFill>
                  <a:srgbClr val="475568"/>
                </a:solidFill>
                <a:latin typeface="Tahoma"/>
                <a:cs typeface="Tahoma"/>
              </a:rPr>
              <a:t>waiting</a:t>
            </a:r>
            <a:r>
              <a:rPr sz="1400" b="1" spc="-105" dirty="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sz="1400" b="1" spc="-100" dirty="0">
                <a:solidFill>
                  <a:srgbClr val="475568"/>
                </a:solidFill>
                <a:latin typeface="Tahoma"/>
                <a:cs typeface="Tahoma"/>
              </a:rPr>
              <a:t>times</a:t>
            </a:r>
            <a:r>
              <a:rPr sz="1400" b="1" spc="-95" dirty="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sz="1400" b="1" spc="-65" dirty="0">
                <a:solidFill>
                  <a:srgbClr val="475568"/>
                </a:solidFill>
                <a:latin typeface="Tahoma"/>
                <a:cs typeface="Tahoma"/>
              </a:rPr>
              <a:t>for</a:t>
            </a:r>
            <a:r>
              <a:rPr sz="1400" b="1" spc="-100" dirty="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sz="1400" b="1" spc="-85" dirty="0">
                <a:solidFill>
                  <a:srgbClr val="475568"/>
                </a:solidFill>
                <a:latin typeface="Tahoma"/>
                <a:cs typeface="Tahoma"/>
              </a:rPr>
              <a:t>professional</a:t>
            </a:r>
            <a:r>
              <a:rPr sz="1400" b="1" spc="-100" dirty="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sz="1400" b="1" spc="-70" dirty="0">
                <a:solidFill>
                  <a:srgbClr val="475568"/>
                </a:solidFill>
                <a:latin typeface="Tahoma"/>
                <a:cs typeface="Tahoma"/>
              </a:rPr>
              <a:t>inspections.</a:t>
            </a:r>
            <a:endParaRPr sz="1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14" dirty="0"/>
              <a:t>System</a:t>
            </a:r>
            <a:r>
              <a:rPr spc="-365" dirty="0"/>
              <a:t> </a:t>
            </a:r>
            <a:r>
              <a:rPr spc="-120" dirty="0"/>
              <a:t>Purpose</a:t>
            </a:r>
            <a:r>
              <a:rPr spc="-360" dirty="0"/>
              <a:t> </a:t>
            </a:r>
            <a:r>
              <a:rPr spc="-310" dirty="0"/>
              <a:t>&amp;</a:t>
            </a:r>
            <a:r>
              <a:rPr spc="-365" dirty="0"/>
              <a:t> </a:t>
            </a:r>
            <a:r>
              <a:rPr spc="-120" dirty="0"/>
              <a:t>Target</a:t>
            </a:r>
            <a:r>
              <a:rPr spc="-360" dirty="0"/>
              <a:t> </a:t>
            </a:r>
            <a:r>
              <a:rPr spc="-135" dirty="0"/>
              <a:t>Users</a:t>
            </a:r>
          </a:p>
        </p:txBody>
      </p:sp>
      <p:sp>
        <p:nvSpPr>
          <p:cNvPr id="3" name="object 3"/>
          <p:cNvSpPr/>
          <p:nvPr/>
        </p:nvSpPr>
        <p:spPr>
          <a:xfrm>
            <a:off x="571500" y="1266825"/>
            <a:ext cx="11049000" cy="28575"/>
          </a:xfrm>
          <a:custGeom>
            <a:avLst/>
            <a:gdLst/>
            <a:ahLst/>
            <a:cxnLst/>
            <a:rect l="l" t="t" r="r" b="b"/>
            <a:pathLst>
              <a:path w="11049000" h="28575">
                <a:moveTo>
                  <a:pt x="11048999" y="28499"/>
                </a:moveTo>
                <a:lnTo>
                  <a:pt x="0" y="28499"/>
                </a:lnTo>
                <a:lnTo>
                  <a:pt x="0" y="0"/>
                </a:lnTo>
                <a:lnTo>
                  <a:pt x="11048999" y="0"/>
                </a:lnTo>
                <a:lnTo>
                  <a:pt x="11048999" y="28499"/>
                </a:lnTo>
                <a:close/>
              </a:path>
            </a:pathLst>
          </a:custGeom>
          <a:solidFill>
            <a:srgbClr val="D4AE3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566737" y="1900237"/>
            <a:ext cx="5343525" cy="3438525"/>
            <a:chOff x="566737" y="1900237"/>
            <a:chExt cx="5343525" cy="3438525"/>
          </a:xfrm>
        </p:grpSpPr>
        <p:sp>
          <p:nvSpPr>
            <p:cNvPr id="5" name="object 5"/>
            <p:cNvSpPr/>
            <p:nvPr/>
          </p:nvSpPr>
          <p:spPr>
            <a:xfrm>
              <a:off x="571500" y="1905000"/>
              <a:ext cx="5334000" cy="3429000"/>
            </a:xfrm>
            <a:custGeom>
              <a:avLst/>
              <a:gdLst/>
              <a:ahLst/>
              <a:cxnLst/>
              <a:rect l="l" t="t" r="r" b="b"/>
              <a:pathLst>
                <a:path w="5334000" h="3429000">
                  <a:moveTo>
                    <a:pt x="5181615" y="3428999"/>
                  </a:moveTo>
                  <a:lnTo>
                    <a:pt x="152384" y="3428999"/>
                  </a:lnTo>
                  <a:lnTo>
                    <a:pt x="104219" y="3421231"/>
                  </a:lnTo>
                  <a:lnTo>
                    <a:pt x="62388" y="3399598"/>
                  </a:lnTo>
                  <a:lnTo>
                    <a:pt x="29401" y="3366611"/>
                  </a:lnTo>
                  <a:lnTo>
                    <a:pt x="7768" y="3324780"/>
                  </a:lnTo>
                  <a:lnTo>
                    <a:pt x="0" y="3276615"/>
                  </a:lnTo>
                  <a:lnTo>
                    <a:pt x="0" y="152384"/>
                  </a:lnTo>
                  <a:lnTo>
                    <a:pt x="7768" y="104219"/>
                  </a:lnTo>
                  <a:lnTo>
                    <a:pt x="29401" y="62388"/>
                  </a:lnTo>
                  <a:lnTo>
                    <a:pt x="62388" y="29401"/>
                  </a:lnTo>
                  <a:lnTo>
                    <a:pt x="104219" y="7768"/>
                  </a:lnTo>
                  <a:lnTo>
                    <a:pt x="152384" y="0"/>
                  </a:lnTo>
                  <a:lnTo>
                    <a:pt x="5181615" y="0"/>
                  </a:lnTo>
                  <a:lnTo>
                    <a:pt x="5239930" y="11599"/>
                  </a:lnTo>
                  <a:lnTo>
                    <a:pt x="5289367" y="44632"/>
                  </a:lnTo>
                  <a:lnTo>
                    <a:pt x="5322400" y="94069"/>
                  </a:lnTo>
                  <a:lnTo>
                    <a:pt x="5333999" y="152384"/>
                  </a:lnTo>
                  <a:lnTo>
                    <a:pt x="5333999" y="3276615"/>
                  </a:lnTo>
                  <a:lnTo>
                    <a:pt x="5326231" y="3324780"/>
                  </a:lnTo>
                  <a:lnTo>
                    <a:pt x="5304598" y="3366611"/>
                  </a:lnTo>
                  <a:lnTo>
                    <a:pt x="5271611" y="3399598"/>
                  </a:lnTo>
                  <a:lnTo>
                    <a:pt x="5229780" y="3421231"/>
                  </a:lnTo>
                  <a:lnTo>
                    <a:pt x="5181615" y="34289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71500" y="1905000"/>
              <a:ext cx="5334000" cy="3429000"/>
            </a:xfrm>
            <a:custGeom>
              <a:avLst/>
              <a:gdLst/>
              <a:ahLst/>
              <a:cxnLst/>
              <a:rect l="l" t="t" r="r" b="b"/>
              <a:pathLst>
                <a:path w="5334000" h="3429000">
                  <a:moveTo>
                    <a:pt x="0" y="152384"/>
                  </a:moveTo>
                  <a:lnTo>
                    <a:pt x="7768" y="104219"/>
                  </a:lnTo>
                  <a:lnTo>
                    <a:pt x="29401" y="62388"/>
                  </a:lnTo>
                  <a:lnTo>
                    <a:pt x="62388" y="29401"/>
                  </a:lnTo>
                  <a:lnTo>
                    <a:pt x="104219" y="7768"/>
                  </a:lnTo>
                  <a:lnTo>
                    <a:pt x="152384" y="0"/>
                  </a:lnTo>
                  <a:lnTo>
                    <a:pt x="5181615" y="0"/>
                  </a:lnTo>
                  <a:lnTo>
                    <a:pt x="5239930" y="11599"/>
                  </a:lnTo>
                  <a:lnTo>
                    <a:pt x="5289367" y="44632"/>
                  </a:lnTo>
                  <a:lnTo>
                    <a:pt x="5322400" y="94069"/>
                  </a:lnTo>
                  <a:lnTo>
                    <a:pt x="5333999" y="152384"/>
                  </a:lnTo>
                  <a:lnTo>
                    <a:pt x="5333999" y="3276615"/>
                  </a:lnTo>
                  <a:lnTo>
                    <a:pt x="5326231" y="3324780"/>
                  </a:lnTo>
                  <a:lnTo>
                    <a:pt x="5304598" y="3366611"/>
                  </a:lnTo>
                  <a:lnTo>
                    <a:pt x="5271611" y="3399598"/>
                  </a:lnTo>
                  <a:lnTo>
                    <a:pt x="5229780" y="3421231"/>
                  </a:lnTo>
                  <a:lnTo>
                    <a:pt x="5181615" y="3428999"/>
                  </a:lnTo>
                  <a:lnTo>
                    <a:pt x="152384" y="3428999"/>
                  </a:lnTo>
                  <a:lnTo>
                    <a:pt x="104219" y="3421231"/>
                  </a:lnTo>
                  <a:lnTo>
                    <a:pt x="62388" y="3399598"/>
                  </a:lnTo>
                  <a:lnTo>
                    <a:pt x="29401" y="3366611"/>
                  </a:lnTo>
                  <a:lnTo>
                    <a:pt x="7768" y="3324780"/>
                  </a:lnTo>
                  <a:lnTo>
                    <a:pt x="0" y="3276615"/>
                  </a:lnTo>
                  <a:lnTo>
                    <a:pt x="0" y="152384"/>
                  </a:lnTo>
                  <a:close/>
                </a:path>
              </a:pathLst>
            </a:custGeom>
            <a:ln w="9524">
              <a:solidFill>
                <a:srgbClr val="E1E7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87425" y="2291715"/>
              <a:ext cx="311150" cy="342900"/>
            </a:xfrm>
            <a:prstGeom prst="rect">
              <a:avLst/>
            </a:prstGeom>
          </p:spPr>
        </p:pic>
      </p:grpSp>
      <p:grpSp>
        <p:nvGrpSpPr>
          <p:cNvPr id="8" name="object 8"/>
          <p:cNvGrpSpPr/>
          <p:nvPr/>
        </p:nvGrpSpPr>
        <p:grpSpPr>
          <a:xfrm>
            <a:off x="6281737" y="1900237"/>
            <a:ext cx="5343525" cy="3438525"/>
            <a:chOff x="6281737" y="1900237"/>
            <a:chExt cx="5343525" cy="3438525"/>
          </a:xfrm>
        </p:grpSpPr>
        <p:sp>
          <p:nvSpPr>
            <p:cNvPr id="9" name="object 9"/>
            <p:cNvSpPr/>
            <p:nvPr/>
          </p:nvSpPr>
          <p:spPr>
            <a:xfrm>
              <a:off x="6286500" y="1905000"/>
              <a:ext cx="5334000" cy="3429000"/>
            </a:xfrm>
            <a:custGeom>
              <a:avLst/>
              <a:gdLst/>
              <a:ahLst/>
              <a:cxnLst/>
              <a:rect l="l" t="t" r="r" b="b"/>
              <a:pathLst>
                <a:path w="5334000" h="3429000">
                  <a:moveTo>
                    <a:pt x="5181615" y="3428999"/>
                  </a:moveTo>
                  <a:lnTo>
                    <a:pt x="152384" y="3428999"/>
                  </a:lnTo>
                  <a:lnTo>
                    <a:pt x="104219" y="3421231"/>
                  </a:lnTo>
                  <a:lnTo>
                    <a:pt x="62388" y="3399598"/>
                  </a:lnTo>
                  <a:lnTo>
                    <a:pt x="29401" y="3366611"/>
                  </a:lnTo>
                  <a:lnTo>
                    <a:pt x="7768" y="3324780"/>
                  </a:lnTo>
                  <a:lnTo>
                    <a:pt x="0" y="3276615"/>
                  </a:lnTo>
                  <a:lnTo>
                    <a:pt x="0" y="152384"/>
                  </a:lnTo>
                  <a:lnTo>
                    <a:pt x="7768" y="104219"/>
                  </a:lnTo>
                  <a:lnTo>
                    <a:pt x="29401" y="62388"/>
                  </a:lnTo>
                  <a:lnTo>
                    <a:pt x="62388" y="29401"/>
                  </a:lnTo>
                  <a:lnTo>
                    <a:pt x="104219" y="7768"/>
                  </a:lnTo>
                  <a:lnTo>
                    <a:pt x="152384" y="0"/>
                  </a:lnTo>
                  <a:lnTo>
                    <a:pt x="5181615" y="0"/>
                  </a:lnTo>
                  <a:lnTo>
                    <a:pt x="5239930" y="11599"/>
                  </a:lnTo>
                  <a:lnTo>
                    <a:pt x="5289367" y="44632"/>
                  </a:lnTo>
                  <a:lnTo>
                    <a:pt x="5322400" y="94069"/>
                  </a:lnTo>
                  <a:lnTo>
                    <a:pt x="5333999" y="152384"/>
                  </a:lnTo>
                  <a:lnTo>
                    <a:pt x="5333999" y="3276615"/>
                  </a:lnTo>
                  <a:lnTo>
                    <a:pt x="5326231" y="3324780"/>
                  </a:lnTo>
                  <a:lnTo>
                    <a:pt x="5304598" y="3366611"/>
                  </a:lnTo>
                  <a:lnTo>
                    <a:pt x="5271611" y="3399598"/>
                  </a:lnTo>
                  <a:lnTo>
                    <a:pt x="5229780" y="3421231"/>
                  </a:lnTo>
                  <a:lnTo>
                    <a:pt x="5181615" y="34289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286500" y="1905000"/>
              <a:ext cx="5334000" cy="3429000"/>
            </a:xfrm>
            <a:custGeom>
              <a:avLst/>
              <a:gdLst/>
              <a:ahLst/>
              <a:cxnLst/>
              <a:rect l="l" t="t" r="r" b="b"/>
              <a:pathLst>
                <a:path w="5334000" h="3429000">
                  <a:moveTo>
                    <a:pt x="0" y="152384"/>
                  </a:moveTo>
                  <a:lnTo>
                    <a:pt x="7768" y="104219"/>
                  </a:lnTo>
                  <a:lnTo>
                    <a:pt x="29401" y="62388"/>
                  </a:lnTo>
                  <a:lnTo>
                    <a:pt x="62388" y="29401"/>
                  </a:lnTo>
                  <a:lnTo>
                    <a:pt x="104219" y="7768"/>
                  </a:lnTo>
                  <a:lnTo>
                    <a:pt x="152384" y="0"/>
                  </a:lnTo>
                  <a:lnTo>
                    <a:pt x="5181615" y="0"/>
                  </a:lnTo>
                  <a:lnTo>
                    <a:pt x="5239930" y="11599"/>
                  </a:lnTo>
                  <a:lnTo>
                    <a:pt x="5289367" y="44632"/>
                  </a:lnTo>
                  <a:lnTo>
                    <a:pt x="5322400" y="94069"/>
                  </a:lnTo>
                  <a:lnTo>
                    <a:pt x="5333999" y="152384"/>
                  </a:lnTo>
                  <a:lnTo>
                    <a:pt x="5333999" y="3276615"/>
                  </a:lnTo>
                  <a:lnTo>
                    <a:pt x="5326231" y="3324780"/>
                  </a:lnTo>
                  <a:lnTo>
                    <a:pt x="5304598" y="3366611"/>
                  </a:lnTo>
                  <a:lnTo>
                    <a:pt x="5271611" y="3399598"/>
                  </a:lnTo>
                  <a:lnTo>
                    <a:pt x="5229780" y="3421231"/>
                  </a:lnTo>
                  <a:lnTo>
                    <a:pt x="5181615" y="3428999"/>
                  </a:lnTo>
                  <a:lnTo>
                    <a:pt x="152384" y="3428999"/>
                  </a:lnTo>
                  <a:lnTo>
                    <a:pt x="104219" y="3421231"/>
                  </a:lnTo>
                  <a:lnTo>
                    <a:pt x="62388" y="3399598"/>
                  </a:lnTo>
                  <a:lnTo>
                    <a:pt x="29401" y="3366611"/>
                  </a:lnTo>
                  <a:lnTo>
                    <a:pt x="7768" y="3324780"/>
                  </a:lnTo>
                  <a:lnTo>
                    <a:pt x="0" y="3276615"/>
                  </a:lnTo>
                  <a:lnTo>
                    <a:pt x="0" y="152384"/>
                  </a:lnTo>
                  <a:close/>
                </a:path>
              </a:pathLst>
            </a:custGeom>
            <a:ln w="9524">
              <a:solidFill>
                <a:srgbClr val="E1E7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629400" y="2348865"/>
              <a:ext cx="457200" cy="228600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844550" y="2270633"/>
            <a:ext cx="4616450" cy="1816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79450">
              <a:lnSpc>
                <a:spcPct val="100000"/>
              </a:lnSpc>
              <a:spcBef>
                <a:spcPts val="100"/>
              </a:spcBef>
            </a:pPr>
            <a:r>
              <a:rPr sz="2400" spc="-85" dirty="0">
                <a:solidFill>
                  <a:srgbClr val="003366"/>
                </a:solidFill>
                <a:latin typeface="Arial Black"/>
                <a:cs typeface="Arial Black"/>
              </a:rPr>
              <a:t>Core</a:t>
            </a:r>
            <a:r>
              <a:rPr sz="2400" spc="-265" dirty="0">
                <a:solidFill>
                  <a:srgbClr val="003366"/>
                </a:solidFill>
                <a:latin typeface="Arial Black"/>
                <a:cs typeface="Arial Black"/>
              </a:rPr>
              <a:t> </a:t>
            </a:r>
            <a:r>
              <a:rPr sz="2400" spc="-10" dirty="0">
                <a:solidFill>
                  <a:srgbClr val="003366"/>
                </a:solidFill>
                <a:latin typeface="Arial Black"/>
                <a:cs typeface="Arial Black"/>
              </a:rPr>
              <a:t>Purpose</a:t>
            </a:r>
            <a:endParaRPr sz="2400">
              <a:latin typeface="Arial Black"/>
              <a:cs typeface="Arial Black"/>
            </a:endParaRPr>
          </a:p>
          <a:p>
            <a:pPr marL="12700" marR="434340">
              <a:lnSpc>
                <a:spcPct val="101600"/>
              </a:lnSpc>
              <a:spcBef>
                <a:spcPts val="2295"/>
              </a:spcBef>
            </a:pPr>
            <a:r>
              <a:rPr sz="1600" dirty="0">
                <a:solidFill>
                  <a:srgbClr val="475568"/>
                </a:solidFill>
                <a:latin typeface="Trebuchet MS"/>
                <a:cs typeface="Trebuchet MS"/>
              </a:rPr>
              <a:t>Design</a:t>
            </a:r>
            <a:r>
              <a:rPr sz="1600" spc="-55" dirty="0">
                <a:solidFill>
                  <a:srgbClr val="475568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75568"/>
                </a:solidFill>
                <a:latin typeface="Trebuchet MS"/>
                <a:cs typeface="Trebuchet MS"/>
              </a:rPr>
              <a:t>an</a:t>
            </a:r>
            <a:r>
              <a:rPr sz="1600" spc="-50" dirty="0">
                <a:solidFill>
                  <a:srgbClr val="475568"/>
                </a:solidFill>
                <a:latin typeface="Trebuchet MS"/>
                <a:cs typeface="Trebuchet MS"/>
              </a:rPr>
              <a:t> </a:t>
            </a:r>
            <a:r>
              <a:rPr sz="1600" b="1" spc="-50" dirty="0">
                <a:solidFill>
                  <a:srgbClr val="003366"/>
                </a:solidFill>
                <a:latin typeface="Trebuchet MS"/>
                <a:cs typeface="Trebuchet MS"/>
              </a:rPr>
              <a:t>expert </a:t>
            </a:r>
            <a:r>
              <a:rPr sz="1600" b="1" spc="-25" dirty="0">
                <a:solidFill>
                  <a:srgbClr val="003366"/>
                </a:solidFill>
                <a:latin typeface="Trebuchet MS"/>
                <a:cs typeface="Trebuchet MS"/>
              </a:rPr>
              <a:t>system</a:t>
            </a:r>
            <a:r>
              <a:rPr sz="1600" b="1" spc="-60" dirty="0">
                <a:solidFill>
                  <a:srgbClr val="003366"/>
                </a:solidFill>
                <a:latin typeface="Trebuchet MS"/>
                <a:cs typeface="Trebuchet MS"/>
              </a:rPr>
              <a:t> </a:t>
            </a:r>
            <a:r>
              <a:rPr sz="1600" spc="-50" dirty="0">
                <a:solidFill>
                  <a:srgbClr val="475568"/>
                </a:solidFill>
                <a:latin typeface="Trebuchet MS"/>
                <a:cs typeface="Trebuchet MS"/>
              </a:rPr>
              <a:t>to </a:t>
            </a:r>
            <a:r>
              <a:rPr sz="1600" dirty="0">
                <a:solidFill>
                  <a:srgbClr val="475568"/>
                </a:solidFill>
                <a:latin typeface="Trebuchet MS"/>
                <a:cs typeface="Trebuchet MS"/>
              </a:rPr>
              <a:t>diagnose</a:t>
            </a:r>
            <a:r>
              <a:rPr sz="1600" spc="-50" dirty="0">
                <a:solidFill>
                  <a:srgbClr val="475568"/>
                </a:solidFill>
                <a:latin typeface="Trebuchet MS"/>
                <a:cs typeface="Trebuchet MS"/>
              </a:rPr>
              <a:t> </a:t>
            </a:r>
            <a:r>
              <a:rPr sz="1600" spc="-10" dirty="0">
                <a:solidFill>
                  <a:srgbClr val="475568"/>
                </a:solidFill>
                <a:latin typeface="Trebuchet MS"/>
                <a:cs typeface="Trebuchet MS"/>
              </a:rPr>
              <a:t>common problems</a:t>
            </a:r>
            <a:r>
              <a:rPr sz="1600" spc="-75" dirty="0">
                <a:solidFill>
                  <a:srgbClr val="475568"/>
                </a:solidFill>
                <a:latin typeface="Trebuchet MS"/>
                <a:cs typeface="Trebuchet MS"/>
              </a:rPr>
              <a:t> </a:t>
            </a:r>
            <a:r>
              <a:rPr sz="1600" spc="-25" dirty="0">
                <a:solidFill>
                  <a:srgbClr val="475568"/>
                </a:solidFill>
                <a:latin typeface="Trebuchet MS"/>
                <a:cs typeface="Trebuchet MS"/>
              </a:rPr>
              <a:t>via</a:t>
            </a:r>
            <a:r>
              <a:rPr sz="1600" spc="-75" dirty="0">
                <a:solidFill>
                  <a:srgbClr val="475568"/>
                </a:solidFill>
                <a:latin typeface="Trebuchet MS"/>
                <a:cs typeface="Trebuchet MS"/>
              </a:rPr>
              <a:t> </a:t>
            </a:r>
            <a:r>
              <a:rPr sz="1600" b="1" spc="-30" dirty="0">
                <a:solidFill>
                  <a:srgbClr val="003366"/>
                </a:solidFill>
                <a:latin typeface="Trebuchet MS"/>
                <a:cs typeface="Trebuchet MS"/>
              </a:rPr>
              <a:t>yes/no</a:t>
            </a:r>
            <a:r>
              <a:rPr sz="1600" b="1" spc="-70" dirty="0">
                <a:solidFill>
                  <a:srgbClr val="003366"/>
                </a:solidFill>
                <a:latin typeface="Trebuchet MS"/>
                <a:cs typeface="Trebuchet MS"/>
              </a:rPr>
              <a:t> </a:t>
            </a:r>
            <a:r>
              <a:rPr sz="1600" b="1" spc="-10" dirty="0">
                <a:solidFill>
                  <a:srgbClr val="003366"/>
                </a:solidFill>
                <a:latin typeface="Trebuchet MS"/>
                <a:cs typeface="Trebuchet MS"/>
              </a:rPr>
              <a:t>questions</a:t>
            </a:r>
            <a:r>
              <a:rPr sz="1600" spc="-10" dirty="0">
                <a:solidFill>
                  <a:srgbClr val="475568"/>
                </a:solidFill>
                <a:latin typeface="Trebuchet MS"/>
                <a:cs typeface="Trebuchet MS"/>
              </a:rPr>
              <a:t>.</a:t>
            </a:r>
            <a:endParaRPr sz="1600">
              <a:latin typeface="Trebuchet MS"/>
              <a:cs typeface="Trebuchet MS"/>
            </a:endParaRPr>
          </a:p>
          <a:p>
            <a:pPr marL="12700" marR="5080">
              <a:lnSpc>
                <a:spcPct val="101600"/>
              </a:lnSpc>
              <a:spcBef>
                <a:spcPts val="1125"/>
              </a:spcBef>
            </a:pPr>
            <a:r>
              <a:rPr sz="1600" spc="-100" dirty="0">
                <a:solidFill>
                  <a:srgbClr val="475568"/>
                </a:solidFill>
                <a:latin typeface="Trebuchet MS"/>
                <a:cs typeface="Trebuchet MS"/>
              </a:rPr>
              <a:t>It</a:t>
            </a:r>
            <a:r>
              <a:rPr sz="1600" spc="-25" dirty="0">
                <a:solidFill>
                  <a:srgbClr val="475568"/>
                </a:solidFill>
                <a:latin typeface="Trebuchet MS"/>
                <a:cs typeface="Trebuchet MS"/>
              </a:rPr>
              <a:t> </a:t>
            </a:r>
            <a:r>
              <a:rPr sz="1600" spc="-65" dirty="0">
                <a:solidFill>
                  <a:srgbClr val="475568"/>
                </a:solidFill>
                <a:latin typeface="Trebuchet MS"/>
                <a:cs typeface="Trebuchet MS"/>
              </a:rPr>
              <a:t>identifies</a:t>
            </a:r>
            <a:r>
              <a:rPr sz="1600" spc="-20" dirty="0">
                <a:solidFill>
                  <a:srgbClr val="475568"/>
                </a:solidFill>
                <a:latin typeface="Trebuchet MS"/>
                <a:cs typeface="Trebuchet MS"/>
              </a:rPr>
              <a:t> </a:t>
            </a:r>
            <a:r>
              <a:rPr sz="1600" spc="-50" dirty="0">
                <a:solidFill>
                  <a:srgbClr val="475568"/>
                </a:solidFill>
                <a:latin typeface="Trebuchet MS"/>
                <a:cs typeface="Trebuchet MS"/>
              </a:rPr>
              <a:t>faults</a:t>
            </a:r>
            <a:r>
              <a:rPr sz="1600" spc="-20" dirty="0">
                <a:solidFill>
                  <a:srgbClr val="475568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75568"/>
                </a:solidFill>
                <a:latin typeface="Trebuchet MS"/>
                <a:cs typeface="Trebuchet MS"/>
              </a:rPr>
              <a:t>and</a:t>
            </a:r>
            <a:r>
              <a:rPr sz="1600" spc="-20" dirty="0">
                <a:solidFill>
                  <a:srgbClr val="475568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75568"/>
                </a:solidFill>
                <a:latin typeface="Trebuchet MS"/>
                <a:cs typeface="Trebuchet MS"/>
              </a:rPr>
              <a:t>suggests</a:t>
            </a:r>
            <a:r>
              <a:rPr sz="1600" spc="-25" dirty="0">
                <a:solidFill>
                  <a:srgbClr val="475568"/>
                </a:solidFill>
                <a:latin typeface="Trebuchet MS"/>
                <a:cs typeface="Trebuchet MS"/>
              </a:rPr>
              <a:t> </a:t>
            </a:r>
            <a:r>
              <a:rPr sz="1600" spc="-30" dirty="0">
                <a:solidFill>
                  <a:srgbClr val="475568"/>
                </a:solidFill>
                <a:latin typeface="Trebuchet MS"/>
                <a:cs typeface="Trebuchet MS"/>
              </a:rPr>
              <a:t>repairs</a:t>
            </a:r>
            <a:r>
              <a:rPr sz="1600" spc="-20" dirty="0">
                <a:solidFill>
                  <a:srgbClr val="475568"/>
                </a:solidFill>
                <a:latin typeface="Trebuchet MS"/>
                <a:cs typeface="Trebuchet MS"/>
              </a:rPr>
              <a:t> </a:t>
            </a:r>
            <a:r>
              <a:rPr sz="1600" spc="-70" dirty="0">
                <a:solidFill>
                  <a:srgbClr val="475568"/>
                </a:solidFill>
                <a:latin typeface="Trebuchet MS"/>
                <a:cs typeface="Trebuchet MS"/>
              </a:rPr>
              <a:t>efficiently</a:t>
            </a:r>
            <a:r>
              <a:rPr sz="1600" spc="-20" dirty="0">
                <a:solidFill>
                  <a:srgbClr val="475568"/>
                </a:solidFill>
                <a:latin typeface="Trebuchet MS"/>
                <a:cs typeface="Trebuchet MS"/>
              </a:rPr>
              <a:t> </a:t>
            </a:r>
            <a:r>
              <a:rPr sz="1600" spc="-25" dirty="0">
                <a:solidFill>
                  <a:srgbClr val="475568"/>
                </a:solidFill>
                <a:latin typeface="Trebuchet MS"/>
                <a:cs typeface="Trebuchet MS"/>
              </a:rPr>
              <a:t>for </a:t>
            </a:r>
            <a:r>
              <a:rPr sz="1600" spc="-30" dirty="0">
                <a:solidFill>
                  <a:srgbClr val="475568"/>
                </a:solidFill>
                <a:latin typeface="Trebuchet MS"/>
                <a:cs typeface="Trebuchet MS"/>
              </a:rPr>
              <a:t>various</a:t>
            </a:r>
            <a:r>
              <a:rPr sz="1600" spc="-75" dirty="0">
                <a:solidFill>
                  <a:srgbClr val="475568"/>
                </a:solidFill>
                <a:latin typeface="Trebuchet MS"/>
                <a:cs typeface="Trebuchet MS"/>
              </a:rPr>
              <a:t> </a:t>
            </a:r>
            <a:r>
              <a:rPr sz="1600" spc="-55" dirty="0">
                <a:solidFill>
                  <a:srgbClr val="475568"/>
                </a:solidFill>
                <a:latin typeface="Trebuchet MS"/>
                <a:cs typeface="Trebuchet MS"/>
              </a:rPr>
              <a:t>vehicle</a:t>
            </a:r>
            <a:r>
              <a:rPr sz="1600" spc="-75" dirty="0">
                <a:solidFill>
                  <a:srgbClr val="475568"/>
                </a:solidFill>
                <a:latin typeface="Trebuchet MS"/>
                <a:cs typeface="Trebuchet MS"/>
              </a:rPr>
              <a:t> </a:t>
            </a:r>
            <a:r>
              <a:rPr sz="1600" spc="-10" dirty="0">
                <a:solidFill>
                  <a:srgbClr val="475568"/>
                </a:solidFill>
                <a:latin typeface="Trebuchet MS"/>
                <a:cs typeface="Trebuchet MS"/>
              </a:rPr>
              <a:t>issues.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559550" y="2270633"/>
            <a:ext cx="4768850" cy="20643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79450">
              <a:lnSpc>
                <a:spcPct val="100000"/>
              </a:lnSpc>
              <a:spcBef>
                <a:spcPts val="100"/>
              </a:spcBef>
            </a:pPr>
            <a:r>
              <a:rPr sz="2400" spc="-35" dirty="0">
                <a:solidFill>
                  <a:srgbClr val="003366"/>
                </a:solidFill>
                <a:latin typeface="Arial Black"/>
                <a:cs typeface="Arial Black"/>
              </a:rPr>
              <a:t>Primary</a:t>
            </a:r>
            <a:r>
              <a:rPr sz="2400" spc="-254" dirty="0">
                <a:solidFill>
                  <a:srgbClr val="003366"/>
                </a:solidFill>
                <a:latin typeface="Arial Black"/>
                <a:cs typeface="Arial Black"/>
              </a:rPr>
              <a:t> </a:t>
            </a:r>
            <a:r>
              <a:rPr sz="2400" spc="-10" dirty="0">
                <a:solidFill>
                  <a:srgbClr val="003366"/>
                </a:solidFill>
                <a:latin typeface="Arial Black"/>
                <a:cs typeface="Arial Black"/>
              </a:rPr>
              <a:t>Users</a:t>
            </a:r>
            <a:endParaRPr sz="2400">
              <a:latin typeface="Arial Black"/>
              <a:cs typeface="Arial Black"/>
            </a:endParaRPr>
          </a:p>
          <a:p>
            <a:pPr marL="12700" marR="5080">
              <a:lnSpc>
                <a:spcPct val="101600"/>
              </a:lnSpc>
              <a:spcBef>
                <a:spcPts val="2295"/>
              </a:spcBef>
            </a:pPr>
            <a:r>
              <a:rPr sz="1600" spc="-20" dirty="0">
                <a:solidFill>
                  <a:srgbClr val="475568"/>
                </a:solidFill>
                <a:latin typeface="Trebuchet MS"/>
                <a:cs typeface="Trebuchet MS"/>
              </a:rPr>
              <a:t>Focused</a:t>
            </a:r>
            <a:r>
              <a:rPr sz="1600" spc="-60" dirty="0">
                <a:solidFill>
                  <a:srgbClr val="475568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75568"/>
                </a:solidFill>
                <a:latin typeface="Trebuchet MS"/>
                <a:cs typeface="Trebuchet MS"/>
              </a:rPr>
              <a:t>on</a:t>
            </a:r>
            <a:r>
              <a:rPr sz="1600" spc="-65" dirty="0">
                <a:solidFill>
                  <a:srgbClr val="475568"/>
                </a:solidFill>
                <a:latin typeface="Trebuchet MS"/>
                <a:cs typeface="Trebuchet MS"/>
              </a:rPr>
              <a:t> </a:t>
            </a:r>
            <a:r>
              <a:rPr sz="1600" b="1" spc="-20" dirty="0">
                <a:solidFill>
                  <a:srgbClr val="003366"/>
                </a:solidFill>
                <a:latin typeface="Trebuchet MS"/>
                <a:cs typeface="Trebuchet MS"/>
              </a:rPr>
              <a:t>everyday</a:t>
            </a:r>
            <a:r>
              <a:rPr sz="1600" b="1" spc="-60" dirty="0">
                <a:solidFill>
                  <a:srgbClr val="003366"/>
                </a:solidFill>
                <a:latin typeface="Trebuchet MS"/>
                <a:cs typeface="Trebuchet MS"/>
              </a:rPr>
              <a:t> </a:t>
            </a:r>
            <a:r>
              <a:rPr sz="1600" b="1" dirty="0">
                <a:solidFill>
                  <a:srgbClr val="003366"/>
                </a:solidFill>
                <a:latin typeface="Trebuchet MS"/>
                <a:cs typeface="Trebuchet MS"/>
              </a:rPr>
              <a:t>car</a:t>
            </a:r>
            <a:r>
              <a:rPr sz="1600" b="1" spc="-60" dirty="0">
                <a:solidFill>
                  <a:srgbClr val="003366"/>
                </a:solidFill>
                <a:latin typeface="Trebuchet MS"/>
                <a:cs typeface="Trebuchet MS"/>
              </a:rPr>
              <a:t> </a:t>
            </a:r>
            <a:r>
              <a:rPr sz="1600" b="1" spc="-75" dirty="0">
                <a:solidFill>
                  <a:srgbClr val="003366"/>
                </a:solidFill>
                <a:latin typeface="Trebuchet MS"/>
                <a:cs typeface="Trebuchet MS"/>
              </a:rPr>
              <a:t>owners</a:t>
            </a:r>
            <a:r>
              <a:rPr sz="1600" spc="-75" dirty="0">
                <a:solidFill>
                  <a:srgbClr val="475568"/>
                </a:solidFill>
                <a:latin typeface="Trebuchet MS"/>
                <a:cs typeface="Trebuchet MS"/>
              </a:rPr>
              <a:t>,</a:t>
            </a:r>
            <a:r>
              <a:rPr sz="1600" spc="-60" dirty="0">
                <a:solidFill>
                  <a:srgbClr val="475568"/>
                </a:solidFill>
                <a:latin typeface="Trebuchet MS"/>
                <a:cs typeface="Trebuchet MS"/>
              </a:rPr>
              <a:t> </a:t>
            </a:r>
            <a:r>
              <a:rPr sz="1600" spc="-65" dirty="0">
                <a:solidFill>
                  <a:srgbClr val="475568"/>
                </a:solidFill>
                <a:latin typeface="Trebuchet MS"/>
                <a:cs typeface="Trebuchet MS"/>
              </a:rPr>
              <a:t>drivers,</a:t>
            </a:r>
            <a:r>
              <a:rPr sz="1600" spc="-60" dirty="0">
                <a:solidFill>
                  <a:srgbClr val="475568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75568"/>
                </a:solidFill>
                <a:latin typeface="Trebuchet MS"/>
                <a:cs typeface="Trebuchet MS"/>
              </a:rPr>
              <a:t>and</a:t>
            </a:r>
            <a:r>
              <a:rPr sz="1600" spc="-65" dirty="0">
                <a:solidFill>
                  <a:srgbClr val="475568"/>
                </a:solidFill>
                <a:latin typeface="Trebuchet MS"/>
                <a:cs typeface="Trebuchet MS"/>
              </a:rPr>
              <a:t> </a:t>
            </a:r>
            <a:r>
              <a:rPr sz="1600" b="1" spc="-20" dirty="0">
                <a:solidFill>
                  <a:srgbClr val="003366"/>
                </a:solidFill>
                <a:latin typeface="Trebuchet MS"/>
                <a:cs typeface="Trebuchet MS"/>
              </a:rPr>
              <a:t>novice </a:t>
            </a:r>
            <a:r>
              <a:rPr sz="1600" b="1" spc="-10" dirty="0">
                <a:solidFill>
                  <a:srgbClr val="003366"/>
                </a:solidFill>
                <a:latin typeface="Trebuchet MS"/>
                <a:cs typeface="Trebuchet MS"/>
              </a:rPr>
              <a:t>mechanics</a:t>
            </a:r>
            <a:r>
              <a:rPr sz="1600" spc="-10" dirty="0">
                <a:solidFill>
                  <a:srgbClr val="475568"/>
                </a:solidFill>
                <a:latin typeface="Trebuchet MS"/>
                <a:cs typeface="Trebuchet MS"/>
              </a:rPr>
              <a:t>.</a:t>
            </a:r>
            <a:endParaRPr sz="1600">
              <a:latin typeface="Trebuchet MS"/>
              <a:cs typeface="Trebuchet MS"/>
            </a:endParaRPr>
          </a:p>
          <a:p>
            <a:pPr marL="12700" marR="735965">
              <a:lnSpc>
                <a:spcPct val="101600"/>
              </a:lnSpc>
              <a:spcBef>
                <a:spcPts val="1125"/>
              </a:spcBef>
            </a:pPr>
            <a:r>
              <a:rPr sz="1600" dirty="0">
                <a:solidFill>
                  <a:srgbClr val="475568"/>
                </a:solidFill>
                <a:latin typeface="Trebuchet MS"/>
                <a:cs typeface="Trebuchet MS"/>
              </a:rPr>
              <a:t>Designed</a:t>
            </a:r>
            <a:r>
              <a:rPr sz="1600" spc="-55" dirty="0">
                <a:solidFill>
                  <a:srgbClr val="475568"/>
                </a:solidFill>
                <a:latin typeface="Trebuchet MS"/>
                <a:cs typeface="Trebuchet MS"/>
              </a:rPr>
              <a:t> </a:t>
            </a:r>
            <a:r>
              <a:rPr sz="1600" spc="-40" dirty="0">
                <a:solidFill>
                  <a:srgbClr val="475568"/>
                </a:solidFill>
                <a:latin typeface="Trebuchet MS"/>
                <a:cs typeface="Trebuchet MS"/>
              </a:rPr>
              <a:t>for</a:t>
            </a:r>
            <a:r>
              <a:rPr sz="1600" spc="-55" dirty="0">
                <a:solidFill>
                  <a:srgbClr val="475568"/>
                </a:solidFill>
                <a:latin typeface="Trebuchet MS"/>
                <a:cs typeface="Trebuchet MS"/>
              </a:rPr>
              <a:t> </a:t>
            </a:r>
            <a:r>
              <a:rPr sz="1600" spc="-50" dirty="0">
                <a:solidFill>
                  <a:srgbClr val="475568"/>
                </a:solidFill>
                <a:latin typeface="Trebuchet MS"/>
                <a:cs typeface="Trebuchet MS"/>
              </a:rPr>
              <a:t>individuals requiring</a:t>
            </a:r>
            <a:r>
              <a:rPr sz="1600" spc="-55" dirty="0">
                <a:solidFill>
                  <a:srgbClr val="475568"/>
                </a:solidFill>
                <a:latin typeface="Trebuchet MS"/>
                <a:cs typeface="Trebuchet MS"/>
              </a:rPr>
              <a:t> </a:t>
            </a:r>
            <a:r>
              <a:rPr sz="1600" spc="-10" dirty="0">
                <a:solidFill>
                  <a:srgbClr val="475568"/>
                </a:solidFill>
                <a:latin typeface="Trebuchet MS"/>
                <a:cs typeface="Trebuchet MS"/>
              </a:rPr>
              <a:t>immediate </a:t>
            </a:r>
            <a:r>
              <a:rPr sz="1600" spc="-40" dirty="0">
                <a:solidFill>
                  <a:srgbClr val="475568"/>
                </a:solidFill>
                <a:latin typeface="Trebuchet MS"/>
                <a:cs typeface="Trebuchet MS"/>
              </a:rPr>
              <a:t>troubleshooting </a:t>
            </a:r>
            <a:r>
              <a:rPr sz="1600" spc="-10" dirty="0">
                <a:solidFill>
                  <a:srgbClr val="475568"/>
                </a:solidFill>
                <a:latin typeface="Trebuchet MS"/>
                <a:cs typeface="Trebuchet MS"/>
              </a:rPr>
              <a:t>assistance</a:t>
            </a:r>
            <a:r>
              <a:rPr sz="1600" spc="-35" dirty="0">
                <a:solidFill>
                  <a:srgbClr val="475568"/>
                </a:solidFill>
                <a:latin typeface="Trebuchet MS"/>
                <a:cs typeface="Trebuchet MS"/>
              </a:rPr>
              <a:t> </a:t>
            </a:r>
            <a:r>
              <a:rPr sz="1600" spc="-50" dirty="0">
                <a:solidFill>
                  <a:srgbClr val="475568"/>
                </a:solidFill>
                <a:latin typeface="Trebuchet MS"/>
                <a:cs typeface="Trebuchet MS"/>
              </a:rPr>
              <a:t>without</a:t>
            </a:r>
            <a:r>
              <a:rPr sz="1600" spc="-35" dirty="0">
                <a:solidFill>
                  <a:srgbClr val="475568"/>
                </a:solidFill>
                <a:latin typeface="Trebuchet MS"/>
                <a:cs typeface="Trebuchet MS"/>
              </a:rPr>
              <a:t> </a:t>
            </a:r>
            <a:r>
              <a:rPr sz="1600" spc="-10" dirty="0">
                <a:solidFill>
                  <a:srgbClr val="475568"/>
                </a:solidFill>
                <a:latin typeface="Trebuchet MS"/>
                <a:cs typeface="Trebuchet MS"/>
              </a:rPr>
              <a:t>advanced </a:t>
            </a:r>
            <a:r>
              <a:rPr sz="1600" spc="-50" dirty="0">
                <a:solidFill>
                  <a:srgbClr val="475568"/>
                </a:solidFill>
                <a:latin typeface="Trebuchet MS"/>
                <a:cs typeface="Trebuchet MS"/>
              </a:rPr>
              <a:t>technical</a:t>
            </a:r>
            <a:r>
              <a:rPr sz="1600" spc="-45" dirty="0">
                <a:solidFill>
                  <a:srgbClr val="475568"/>
                </a:solidFill>
                <a:latin typeface="Trebuchet MS"/>
                <a:cs typeface="Trebuchet MS"/>
              </a:rPr>
              <a:t> </a:t>
            </a:r>
            <a:r>
              <a:rPr sz="1600" spc="-10" dirty="0">
                <a:solidFill>
                  <a:srgbClr val="475568"/>
                </a:solidFill>
                <a:latin typeface="Trebuchet MS"/>
                <a:cs typeface="Trebuchet MS"/>
              </a:rPr>
              <a:t>knowledge.</a:t>
            </a:r>
            <a:endParaRPr sz="16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58800" y="542797"/>
            <a:ext cx="4543425" cy="5054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70" dirty="0"/>
              <a:t>Resources</a:t>
            </a:r>
            <a:r>
              <a:rPr spc="-350" dirty="0"/>
              <a:t> </a:t>
            </a:r>
            <a:r>
              <a:rPr spc="-310" dirty="0"/>
              <a:t>&amp;</a:t>
            </a:r>
            <a:r>
              <a:rPr spc="-345" dirty="0"/>
              <a:t> </a:t>
            </a:r>
            <a:r>
              <a:rPr spc="-160" dirty="0"/>
              <a:t>Expertise</a:t>
            </a:r>
          </a:p>
        </p:txBody>
      </p:sp>
      <p:sp>
        <p:nvSpPr>
          <p:cNvPr id="3" name="object 3"/>
          <p:cNvSpPr/>
          <p:nvPr/>
        </p:nvSpPr>
        <p:spPr>
          <a:xfrm>
            <a:off x="571500" y="1266825"/>
            <a:ext cx="11049000" cy="28575"/>
          </a:xfrm>
          <a:custGeom>
            <a:avLst/>
            <a:gdLst/>
            <a:ahLst/>
            <a:cxnLst/>
            <a:rect l="l" t="t" r="r" b="b"/>
            <a:pathLst>
              <a:path w="11049000" h="28575">
                <a:moveTo>
                  <a:pt x="11048999" y="28499"/>
                </a:moveTo>
                <a:lnTo>
                  <a:pt x="0" y="28499"/>
                </a:lnTo>
                <a:lnTo>
                  <a:pt x="0" y="0"/>
                </a:lnTo>
                <a:lnTo>
                  <a:pt x="11048999" y="0"/>
                </a:lnTo>
                <a:lnTo>
                  <a:pt x="11048999" y="28499"/>
                </a:lnTo>
                <a:close/>
              </a:path>
            </a:pathLst>
          </a:custGeom>
          <a:solidFill>
            <a:srgbClr val="D4AE3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561975" y="1895475"/>
            <a:ext cx="3829050" cy="3829050"/>
            <a:chOff x="561975" y="1895475"/>
            <a:chExt cx="3829050" cy="382905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71500" y="1917699"/>
              <a:ext cx="3809999" cy="379730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571500" y="1905000"/>
              <a:ext cx="3810000" cy="3810000"/>
            </a:xfrm>
            <a:custGeom>
              <a:avLst/>
              <a:gdLst/>
              <a:ahLst/>
              <a:cxnLst/>
              <a:rect l="l" t="t" r="r" b="b"/>
              <a:pathLst>
                <a:path w="3810000" h="3810000">
                  <a:moveTo>
                    <a:pt x="0" y="1904999"/>
                  </a:moveTo>
                  <a:lnTo>
                    <a:pt x="603" y="1856585"/>
                  </a:lnTo>
                  <a:lnTo>
                    <a:pt x="2403" y="1808467"/>
                  </a:lnTo>
                  <a:lnTo>
                    <a:pt x="5386" y="1760661"/>
                  </a:lnTo>
                  <a:lnTo>
                    <a:pt x="9537" y="1713181"/>
                  </a:lnTo>
                  <a:lnTo>
                    <a:pt x="14842" y="1666040"/>
                  </a:lnTo>
                  <a:lnTo>
                    <a:pt x="21287" y="1619254"/>
                  </a:lnTo>
                  <a:lnTo>
                    <a:pt x="28858" y="1572837"/>
                  </a:lnTo>
                  <a:lnTo>
                    <a:pt x="37540" y="1526802"/>
                  </a:lnTo>
                  <a:lnTo>
                    <a:pt x="47318" y="1481165"/>
                  </a:lnTo>
                  <a:lnTo>
                    <a:pt x="58180" y="1435939"/>
                  </a:lnTo>
                  <a:lnTo>
                    <a:pt x="70110" y="1391138"/>
                  </a:lnTo>
                  <a:lnTo>
                    <a:pt x="83094" y="1346778"/>
                  </a:lnTo>
                  <a:lnTo>
                    <a:pt x="97118" y="1302872"/>
                  </a:lnTo>
                  <a:lnTo>
                    <a:pt x="112167" y="1259435"/>
                  </a:lnTo>
                  <a:lnTo>
                    <a:pt x="128228" y="1216480"/>
                  </a:lnTo>
                  <a:lnTo>
                    <a:pt x="145285" y="1174023"/>
                  </a:lnTo>
                  <a:lnTo>
                    <a:pt x="163326" y="1132076"/>
                  </a:lnTo>
                  <a:lnTo>
                    <a:pt x="182334" y="1090656"/>
                  </a:lnTo>
                  <a:lnTo>
                    <a:pt x="202297" y="1049776"/>
                  </a:lnTo>
                  <a:lnTo>
                    <a:pt x="223200" y="1009449"/>
                  </a:lnTo>
                  <a:lnTo>
                    <a:pt x="245028" y="969692"/>
                  </a:lnTo>
                  <a:lnTo>
                    <a:pt x="267768" y="930517"/>
                  </a:lnTo>
                  <a:lnTo>
                    <a:pt x="291405" y="891939"/>
                  </a:lnTo>
                  <a:lnTo>
                    <a:pt x="315924" y="853973"/>
                  </a:lnTo>
                  <a:lnTo>
                    <a:pt x="341312" y="816632"/>
                  </a:lnTo>
                  <a:lnTo>
                    <a:pt x="367554" y="779931"/>
                  </a:lnTo>
                  <a:lnTo>
                    <a:pt x="394636" y="743885"/>
                  </a:lnTo>
                  <a:lnTo>
                    <a:pt x="422543" y="708507"/>
                  </a:lnTo>
                  <a:lnTo>
                    <a:pt x="451262" y="673811"/>
                  </a:lnTo>
                  <a:lnTo>
                    <a:pt x="480778" y="639813"/>
                  </a:lnTo>
                  <a:lnTo>
                    <a:pt x="511077" y="606526"/>
                  </a:lnTo>
                  <a:lnTo>
                    <a:pt x="542144" y="573965"/>
                  </a:lnTo>
                  <a:lnTo>
                    <a:pt x="573965" y="542144"/>
                  </a:lnTo>
                  <a:lnTo>
                    <a:pt x="606526" y="511077"/>
                  </a:lnTo>
                  <a:lnTo>
                    <a:pt x="639813" y="480778"/>
                  </a:lnTo>
                  <a:lnTo>
                    <a:pt x="673811" y="451262"/>
                  </a:lnTo>
                  <a:lnTo>
                    <a:pt x="708507" y="422543"/>
                  </a:lnTo>
                  <a:lnTo>
                    <a:pt x="743885" y="394636"/>
                  </a:lnTo>
                  <a:lnTo>
                    <a:pt x="779931" y="367554"/>
                  </a:lnTo>
                  <a:lnTo>
                    <a:pt x="816632" y="341312"/>
                  </a:lnTo>
                  <a:lnTo>
                    <a:pt x="853973" y="315924"/>
                  </a:lnTo>
                  <a:lnTo>
                    <a:pt x="891939" y="291405"/>
                  </a:lnTo>
                  <a:lnTo>
                    <a:pt x="930517" y="267768"/>
                  </a:lnTo>
                  <a:lnTo>
                    <a:pt x="969692" y="245028"/>
                  </a:lnTo>
                  <a:lnTo>
                    <a:pt x="1009449" y="223200"/>
                  </a:lnTo>
                  <a:lnTo>
                    <a:pt x="1049776" y="202297"/>
                  </a:lnTo>
                  <a:lnTo>
                    <a:pt x="1090656" y="182334"/>
                  </a:lnTo>
                  <a:lnTo>
                    <a:pt x="1132076" y="163326"/>
                  </a:lnTo>
                  <a:lnTo>
                    <a:pt x="1174023" y="145285"/>
                  </a:lnTo>
                  <a:lnTo>
                    <a:pt x="1216480" y="128228"/>
                  </a:lnTo>
                  <a:lnTo>
                    <a:pt x="1259435" y="112167"/>
                  </a:lnTo>
                  <a:lnTo>
                    <a:pt x="1302872" y="97118"/>
                  </a:lnTo>
                  <a:lnTo>
                    <a:pt x="1346778" y="83094"/>
                  </a:lnTo>
                  <a:lnTo>
                    <a:pt x="1391138" y="70110"/>
                  </a:lnTo>
                  <a:lnTo>
                    <a:pt x="1435939" y="58180"/>
                  </a:lnTo>
                  <a:lnTo>
                    <a:pt x="1481165" y="47318"/>
                  </a:lnTo>
                  <a:lnTo>
                    <a:pt x="1526802" y="37540"/>
                  </a:lnTo>
                  <a:lnTo>
                    <a:pt x="1572837" y="28858"/>
                  </a:lnTo>
                  <a:lnTo>
                    <a:pt x="1619254" y="21287"/>
                  </a:lnTo>
                  <a:lnTo>
                    <a:pt x="1666040" y="14842"/>
                  </a:lnTo>
                  <a:lnTo>
                    <a:pt x="1713181" y="9537"/>
                  </a:lnTo>
                  <a:lnTo>
                    <a:pt x="1760661" y="5386"/>
                  </a:lnTo>
                  <a:lnTo>
                    <a:pt x="1808467" y="2403"/>
                  </a:lnTo>
                  <a:lnTo>
                    <a:pt x="1856585" y="603"/>
                  </a:lnTo>
                  <a:lnTo>
                    <a:pt x="1904999" y="0"/>
                  </a:lnTo>
                  <a:lnTo>
                    <a:pt x="1955450" y="667"/>
                  </a:lnTo>
                  <a:lnTo>
                    <a:pt x="2005739" y="2662"/>
                  </a:lnTo>
                  <a:lnTo>
                    <a:pt x="2055843" y="5976"/>
                  </a:lnTo>
                  <a:lnTo>
                    <a:pt x="2105738" y="10599"/>
                  </a:lnTo>
                  <a:lnTo>
                    <a:pt x="2155400" y="16520"/>
                  </a:lnTo>
                  <a:lnTo>
                    <a:pt x="2204806" y="23731"/>
                  </a:lnTo>
                  <a:lnTo>
                    <a:pt x="2253932" y="32220"/>
                  </a:lnTo>
                  <a:lnTo>
                    <a:pt x="2302754" y="41979"/>
                  </a:lnTo>
                  <a:lnTo>
                    <a:pt x="2351248" y="52998"/>
                  </a:lnTo>
                  <a:lnTo>
                    <a:pt x="2399391" y="65266"/>
                  </a:lnTo>
                  <a:lnTo>
                    <a:pt x="2447160" y="78774"/>
                  </a:lnTo>
                  <a:lnTo>
                    <a:pt x="2494530" y="93512"/>
                  </a:lnTo>
                  <a:lnTo>
                    <a:pt x="2541477" y="109470"/>
                  </a:lnTo>
                  <a:lnTo>
                    <a:pt x="2587979" y="126639"/>
                  </a:lnTo>
                  <a:lnTo>
                    <a:pt x="2634011" y="145009"/>
                  </a:lnTo>
                  <a:lnTo>
                    <a:pt x="2679550" y="164569"/>
                  </a:lnTo>
                  <a:lnTo>
                    <a:pt x="2724572" y="185311"/>
                  </a:lnTo>
                  <a:lnTo>
                    <a:pt x="2769054" y="207224"/>
                  </a:lnTo>
                  <a:lnTo>
                    <a:pt x="2812971" y="230298"/>
                  </a:lnTo>
                  <a:lnTo>
                    <a:pt x="2856300" y="254524"/>
                  </a:lnTo>
                  <a:lnTo>
                    <a:pt x="2899017" y="279891"/>
                  </a:lnTo>
                  <a:lnTo>
                    <a:pt x="2941099" y="306391"/>
                  </a:lnTo>
                  <a:lnTo>
                    <a:pt x="2982522" y="334012"/>
                  </a:lnTo>
                  <a:lnTo>
                    <a:pt x="3023262" y="362746"/>
                  </a:lnTo>
                  <a:lnTo>
                    <a:pt x="3063296" y="392583"/>
                  </a:lnTo>
                  <a:lnTo>
                    <a:pt x="3102599" y="423512"/>
                  </a:lnTo>
                  <a:lnTo>
                    <a:pt x="3141149" y="455525"/>
                  </a:lnTo>
                  <a:lnTo>
                    <a:pt x="3178921" y="488610"/>
                  </a:lnTo>
                  <a:lnTo>
                    <a:pt x="3215892" y="522759"/>
                  </a:lnTo>
                  <a:lnTo>
                    <a:pt x="3252038" y="557961"/>
                  </a:lnTo>
                  <a:lnTo>
                    <a:pt x="3287240" y="594107"/>
                  </a:lnTo>
                  <a:lnTo>
                    <a:pt x="3321389" y="631078"/>
                  </a:lnTo>
                  <a:lnTo>
                    <a:pt x="3354474" y="668850"/>
                  </a:lnTo>
                  <a:lnTo>
                    <a:pt x="3386486" y="707400"/>
                  </a:lnTo>
                  <a:lnTo>
                    <a:pt x="3417416" y="746703"/>
                  </a:lnTo>
                  <a:lnTo>
                    <a:pt x="3447252" y="786737"/>
                  </a:lnTo>
                  <a:lnTo>
                    <a:pt x="3475987" y="827477"/>
                  </a:lnTo>
                  <a:lnTo>
                    <a:pt x="3503608" y="868900"/>
                  </a:lnTo>
                  <a:lnTo>
                    <a:pt x="3530108" y="910982"/>
                  </a:lnTo>
                  <a:lnTo>
                    <a:pt x="3555475" y="953699"/>
                  </a:lnTo>
                  <a:lnTo>
                    <a:pt x="3579701" y="997028"/>
                  </a:lnTo>
                  <a:lnTo>
                    <a:pt x="3602775" y="1040945"/>
                  </a:lnTo>
                  <a:lnTo>
                    <a:pt x="3624688" y="1085426"/>
                  </a:lnTo>
                  <a:lnTo>
                    <a:pt x="3645430" y="1130449"/>
                  </a:lnTo>
                  <a:lnTo>
                    <a:pt x="3664990" y="1175988"/>
                  </a:lnTo>
                  <a:lnTo>
                    <a:pt x="3683360" y="1222020"/>
                  </a:lnTo>
                  <a:lnTo>
                    <a:pt x="3700529" y="1268522"/>
                  </a:lnTo>
                  <a:lnTo>
                    <a:pt x="3716487" y="1315469"/>
                  </a:lnTo>
                  <a:lnTo>
                    <a:pt x="3731225" y="1362839"/>
                  </a:lnTo>
                  <a:lnTo>
                    <a:pt x="3744733" y="1410608"/>
                  </a:lnTo>
                  <a:lnTo>
                    <a:pt x="3757001" y="1458751"/>
                  </a:lnTo>
                  <a:lnTo>
                    <a:pt x="3768020" y="1507245"/>
                  </a:lnTo>
                  <a:lnTo>
                    <a:pt x="3777779" y="1556067"/>
                  </a:lnTo>
                  <a:lnTo>
                    <a:pt x="3786268" y="1605193"/>
                  </a:lnTo>
                  <a:lnTo>
                    <a:pt x="3793478" y="1654599"/>
                  </a:lnTo>
                  <a:lnTo>
                    <a:pt x="3799400" y="1704261"/>
                  </a:lnTo>
                  <a:lnTo>
                    <a:pt x="3804022" y="1754156"/>
                  </a:lnTo>
                  <a:lnTo>
                    <a:pt x="3807337" y="1804259"/>
                  </a:lnTo>
                  <a:lnTo>
                    <a:pt x="3809332" y="1854549"/>
                  </a:lnTo>
                  <a:lnTo>
                    <a:pt x="3809999" y="1904999"/>
                  </a:lnTo>
                  <a:lnTo>
                    <a:pt x="3809396" y="1953414"/>
                  </a:lnTo>
                  <a:lnTo>
                    <a:pt x="3807596" y="2001532"/>
                  </a:lnTo>
                  <a:lnTo>
                    <a:pt x="3804613" y="2049338"/>
                  </a:lnTo>
                  <a:lnTo>
                    <a:pt x="3800462" y="2096818"/>
                  </a:lnTo>
                  <a:lnTo>
                    <a:pt x="3795157" y="2143959"/>
                  </a:lnTo>
                  <a:lnTo>
                    <a:pt x="3788712" y="2190745"/>
                  </a:lnTo>
                  <a:lnTo>
                    <a:pt x="3781141" y="2237162"/>
                  </a:lnTo>
                  <a:lnTo>
                    <a:pt x="3772459" y="2283197"/>
                  </a:lnTo>
                  <a:lnTo>
                    <a:pt x="3762681" y="2328834"/>
                  </a:lnTo>
                  <a:lnTo>
                    <a:pt x="3751819" y="2374060"/>
                  </a:lnTo>
                  <a:lnTo>
                    <a:pt x="3739889" y="2418861"/>
                  </a:lnTo>
                  <a:lnTo>
                    <a:pt x="3726905" y="2463221"/>
                  </a:lnTo>
                  <a:lnTo>
                    <a:pt x="3712881" y="2507127"/>
                  </a:lnTo>
                  <a:lnTo>
                    <a:pt x="3697832" y="2550564"/>
                  </a:lnTo>
                  <a:lnTo>
                    <a:pt x="3681771" y="2593519"/>
                  </a:lnTo>
                  <a:lnTo>
                    <a:pt x="3664714" y="2635976"/>
                  </a:lnTo>
                  <a:lnTo>
                    <a:pt x="3646673" y="2677923"/>
                  </a:lnTo>
                  <a:lnTo>
                    <a:pt x="3627665" y="2719343"/>
                  </a:lnTo>
                  <a:lnTo>
                    <a:pt x="3607702" y="2760223"/>
                  </a:lnTo>
                  <a:lnTo>
                    <a:pt x="3586799" y="2800550"/>
                  </a:lnTo>
                  <a:lnTo>
                    <a:pt x="3564971" y="2840307"/>
                  </a:lnTo>
                  <a:lnTo>
                    <a:pt x="3542231" y="2879482"/>
                  </a:lnTo>
                  <a:lnTo>
                    <a:pt x="3518594" y="2918060"/>
                  </a:lnTo>
                  <a:lnTo>
                    <a:pt x="3494075" y="2956026"/>
                  </a:lnTo>
                  <a:lnTo>
                    <a:pt x="3468687" y="2993367"/>
                  </a:lnTo>
                  <a:lnTo>
                    <a:pt x="3442445" y="3030068"/>
                  </a:lnTo>
                  <a:lnTo>
                    <a:pt x="3415363" y="3066114"/>
                  </a:lnTo>
                  <a:lnTo>
                    <a:pt x="3387456" y="3101492"/>
                  </a:lnTo>
                  <a:lnTo>
                    <a:pt x="3358737" y="3136188"/>
                  </a:lnTo>
                  <a:lnTo>
                    <a:pt x="3329221" y="3170186"/>
                  </a:lnTo>
                  <a:lnTo>
                    <a:pt x="3298922" y="3203473"/>
                  </a:lnTo>
                  <a:lnTo>
                    <a:pt x="3267855" y="3236034"/>
                  </a:lnTo>
                  <a:lnTo>
                    <a:pt x="3236034" y="3267855"/>
                  </a:lnTo>
                  <a:lnTo>
                    <a:pt x="3203473" y="3298922"/>
                  </a:lnTo>
                  <a:lnTo>
                    <a:pt x="3170186" y="3329221"/>
                  </a:lnTo>
                  <a:lnTo>
                    <a:pt x="3136188" y="3358737"/>
                  </a:lnTo>
                  <a:lnTo>
                    <a:pt x="3101492" y="3387456"/>
                  </a:lnTo>
                  <a:lnTo>
                    <a:pt x="3066114" y="3415363"/>
                  </a:lnTo>
                  <a:lnTo>
                    <a:pt x="3030068" y="3442445"/>
                  </a:lnTo>
                  <a:lnTo>
                    <a:pt x="2993367" y="3468687"/>
                  </a:lnTo>
                  <a:lnTo>
                    <a:pt x="2956026" y="3494075"/>
                  </a:lnTo>
                  <a:lnTo>
                    <a:pt x="2918060" y="3518594"/>
                  </a:lnTo>
                  <a:lnTo>
                    <a:pt x="2879482" y="3542231"/>
                  </a:lnTo>
                  <a:lnTo>
                    <a:pt x="2840307" y="3564971"/>
                  </a:lnTo>
                  <a:lnTo>
                    <a:pt x="2800550" y="3586799"/>
                  </a:lnTo>
                  <a:lnTo>
                    <a:pt x="2760223" y="3607702"/>
                  </a:lnTo>
                  <a:lnTo>
                    <a:pt x="2719343" y="3627665"/>
                  </a:lnTo>
                  <a:lnTo>
                    <a:pt x="2677923" y="3646673"/>
                  </a:lnTo>
                  <a:lnTo>
                    <a:pt x="2635976" y="3664714"/>
                  </a:lnTo>
                  <a:lnTo>
                    <a:pt x="2593519" y="3681771"/>
                  </a:lnTo>
                  <a:lnTo>
                    <a:pt x="2550564" y="3697832"/>
                  </a:lnTo>
                  <a:lnTo>
                    <a:pt x="2507127" y="3712881"/>
                  </a:lnTo>
                  <a:lnTo>
                    <a:pt x="2463221" y="3726905"/>
                  </a:lnTo>
                  <a:lnTo>
                    <a:pt x="2418861" y="3739889"/>
                  </a:lnTo>
                  <a:lnTo>
                    <a:pt x="2374060" y="3751819"/>
                  </a:lnTo>
                  <a:lnTo>
                    <a:pt x="2328834" y="3762681"/>
                  </a:lnTo>
                  <a:lnTo>
                    <a:pt x="2283197" y="3772459"/>
                  </a:lnTo>
                  <a:lnTo>
                    <a:pt x="2237162" y="3781141"/>
                  </a:lnTo>
                  <a:lnTo>
                    <a:pt x="2190745" y="3788712"/>
                  </a:lnTo>
                  <a:lnTo>
                    <a:pt x="2143959" y="3795157"/>
                  </a:lnTo>
                  <a:lnTo>
                    <a:pt x="2096818" y="3800462"/>
                  </a:lnTo>
                  <a:lnTo>
                    <a:pt x="2049338" y="3804613"/>
                  </a:lnTo>
                  <a:lnTo>
                    <a:pt x="2001532" y="3807596"/>
                  </a:lnTo>
                  <a:lnTo>
                    <a:pt x="1953414" y="3809396"/>
                  </a:lnTo>
                  <a:lnTo>
                    <a:pt x="1904999" y="3809999"/>
                  </a:lnTo>
                  <a:lnTo>
                    <a:pt x="1856585" y="3809396"/>
                  </a:lnTo>
                  <a:lnTo>
                    <a:pt x="1808467" y="3807596"/>
                  </a:lnTo>
                  <a:lnTo>
                    <a:pt x="1760661" y="3804613"/>
                  </a:lnTo>
                  <a:lnTo>
                    <a:pt x="1713181" y="3800462"/>
                  </a:lnTo>
                  <a:lnTo>
                    <a:pt x="1666040" y="3795157"/>
                  </a:lnTo>
                  <a:lnTo>
                    <a:pt x="1619254" y="3788712"/>
                  </a:lnTo>
                  <a:lnTo>
                    <a:pt x="1572837" y="3781141"/>
                  </a:lnTo>
                  <a:lnTo>
                    <a:pt x="1526802" y="3772459"/>
                  </a:lnTo>
                  <a:lnTo>
                    <a:pt x="1481165" y="3762681"/>
                  </a:lnTo>
                  <a:lnTo>
                    <a:pt x="1435939" y="3751819"/>
                  </a:lnTo>
                  <a:lnTo>
                    <a:pt x="1391138" y="3739889"/>
                  </a:lnTo>
                  <a:lnTo>
                    <a:pt x="1346778" y="3726905"/>
                  </a:lnTo>
                  <a:lnTo>
                    <a:pt x="1302872" y="3712881"/>
                  </a:lnTo>
                  <a:lnTo>
                    <a:pt x="1259435" y="3697832"/>
                  </a:lnTo>
                  <a:lnTo>
                    <a:pt x="1216480" y="3681771"/>
                  </a:lnTo>
                  <a:lnTo>
                    <a:pt x="1174023" y="3664714"/>
                  </a:lnTo>
                  <a:lnTo>
                    <a:pt x="1132076" y="3646673"/>
                  </a:lnTo>
                  <a:lnTo>
                    <a:pt x="1090656" y="3627665"/>
                  </a:lnTo>
                  <a:lnTo>
                    <a:pt x="1049776" y="3607702"/>
                  </a:lnTo>
                  <a:lnTo>
                    <a:pt x="1009449" y="3586799"/>
                  </a:lnTo>
                  <a:lnTo>
                    <a:pt x="969692" y="3564971"/>
                  </a:lnTo>
                  <a:lnTo>
                    <a:pt x="930517" y="3542231"/>
                  </a:lnTo>
                  <a:lnTo>
                    <a:pt x="891939" y="3518594"/>
                  </a:lnTo>
                  <a:lnTo>
                    <a:pt x="853973" y="3494075"/>
                  </a:lnTo>
                  <a:lnTo>
                    <a:pt x="816632" y="3468687"/>
                  </a:lnTo>
                  <a:lnTo>
                    <a:pt x="779931" y="3442445"/>
                  </a:lnTo>
                  <a:lnTo>
                    <a:pt x="743885" y="3415363"/>
                  </a:lnTo>
                  <a:lnTo>
                    <a:pt x="708507" y="3387456"/>
                  </a:lnTo>
                  <a:lnTo>
                    <a:pt x="673811" y="3358737"/>
                  </a:lnTo>
                  <a:lnTo>
                    <a:pt x="639813" y="3329221"/>
                  </a:lnTo>
                  <a:lnTo>
                    <a:pt x="606526" y="3298922"/>
                  </a:lnTo>
                  <a:lnTo>
                    <a:pt x="573965" y="3267855"/>
                  </a:lnTo>
                  <a:lnTo>
                    <a:pt x="542144" y="3236034"/>
                  </a:lnTo>
                  <a:lnTo>
                    <a:pt x="511077" y="3203473"/>
                  </a:lnTo>
                  <a:lnTo>
                    <a:pt x="480778" y="3170186"/>
                  </a:lnTo>
                  <a:lnTo>
                    <a:pt x="451262" y="3136188"/>
                  </a:lnTo>
                  <a:lnTo>
                    <a:pt x="422543" y="3101492"/>
                  </a:lnTo>
                  <a:lnTo>
                    <a:pt x="394636" y="3066114"/>
                  </a:lnTo>
                  <a:lnTo>
                    <a:pt x="367554" y="3030068"/>
                  </a:lnTo>
                  <a:lnTo>
                    <a:pt x="341312" y="2993367"/>
                  </a:lnTo>
                  <a:lnTo>
                    <a:pt x="315924" y="2956026"/>
                  </a:lnTo>
                  <a:lnTo>
                    <a:pt x="291405" y="2918060"/>
                  </a:lnTo>
                  <a:lnTo>
                    <a:pt x="267768" y="2879482"/>
                  </a:lnTo>
                  <a:lnTo>
                    <a:pt x="245028" y="2840307"/>
                  </a:lnTo>
                  <a:lnTo>
                    <a:pt x="223200" y="2800550"/>
                  </a:lnTo>
                  <a:lnTo>
                    <a:pt x="202297" y="2760223"/>
                  </a:lnTo>
                  <a:lnTo>
                    <a:pt x="182334" y="2719343"/>
                  </a:lnTo>
                  <a:lnTo>
                    <a:pt x="163326" y="2677923"/>
                  </a:lnTo>
                  <a:lnTo>
                    <a:pt x="145285" y="2635976"/>
                  </a:lnTo>
                  <a:lnTo>
                    <a:pt x="128228" y="2593519"/>
                  </a:lnTo>
                  <a:lnTo>
                    <a:pt x="112167" y="2550564"/>
                  </a:lnTo>
                  <a:lnTo>
                    <a:pt x="97118" y="2507127"/>
                  </a:lnTo>
                  <a:lnTo>
                    <a:pt x="83094" y="2463221"/>
                  </a:lnTo>
                  <a:lnTo>
                    <a:pt x="70110" y="2418861"/>
                  </a:lnTo>
                  <a:lnTo>
                    <a:pt x="58180" y="2374060"/>
                  </a:lnTo>
                  <a:lnTo>
                    <a:pt x="47318" y="2328834"/>
                  </a:lnTo>
                  <a:lnTo>
                    <a:pt x="37540" y="2283197"/>
                  </a:lnTo>
                  <a:lnTo>
                    <a:pt x="28858" y="2237162"/>
                  </a:lnTo>
                  <a:lnTo>
                    <a:pt x="21287" y="2190745"/>
                  </a:lnTo>
                  <a:lnTo>
                    <a:pt x="14842" y="2143959"/>
                  </a:lnTo>
                  <a:lnTo>
                    <a:pt x="9537" y="2096818"/>
                  </a:lnTo>
                  <a:lnTo>
                    <a:pt x="5386" y="2049338"/>
                  </a:lnTo>
                  <a:lnTo>
                    <a:pt x="2403" y="2001532"/>
                  </a:lnTo>
                  <a:lnTo>
                    <a:pt x="603" y="1953414"/>
                  </a:lnTo>
                  <a:lnTo>
                    <a:pt x="0" y="1904999"/>
                  </a:lnTo>
                  <a:close/>
                </a:path>
              </a:pathLst>
            </a:custGeom>
            <a:ln w="19049">
              <a:solidFill>
                <a:srgbClr val="D4AE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5138737" y="1900237"/>
            <a:ext cx="6486525" cy="1152525"/>
            <a:chOff x="5138737" y="1900237"/>
            <a:chExt cx="6486525" cy="1152525"/>
          </a:xfrm>
        </p:grpSpPr>
        <p:sp>
          <p:nvSpPr>
            <p:cNvPr id="8" name="object 8"/>
            <p:cNvSpPr/>
            <p:nvPr/>
          </p:nvSpPr>
          <p:spPr>
            <a:xfrm>
              <a:off x="5143500" y="1905000"/>
              <a:ext cx="6477000" cy="1143000"/>
            </a:xfrm>
            <a:custGeom>
              <a:avLst/>
              <a:gdLst/>
              <a:ahLst/>
              <a:cxnLst/>
              <a:rect l="l" t="t" r="r" b="b"/>
              <a:pathLst>
                <a:path w="6477000" h="1143000">
                  <a:moveTo>
                    <a:pt x="6362699" y="1142999"/>
                  </a:moveTo>
                  <a:lnTo>
                    <a:pt x="114299" y="1142999"/>
                  </a:lnTo>
                  <a:lnTo>
                    <a:pt x="69809" y="1134017"/>
                  </a:lnTo>
                  <a:lnTo>
                    <a:pt x="33477" y="1109522"/>
                  </a:lnTo>
                  <a:lnTo>
                    <a:pt x="8982" y="1073190"/>
                  </a:lnTo>
                  <a:lnTo>
                    <a:pt x="0" y="1028699"/>
                  </a:lnTo>
                  <a:lnTo>
                    <a:pt x="0" y="114299"/>
                  </a:ln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299" y="0"/>
                  </a:lnTo>
                  <a:lnTo>
                    <a:pt x="6362699" y="0"/>
                  </a:lnTo>
                  <a:lnTo>
                    <a:pt x="6406440" y="8700"/>
                  </a:lnTo>
                  <a:lnTo>
                    <a:pt x="6443522" y="33477"/>
                  </a:lnTo>
                  <a:lnTo>
                    <a:pt x="6468299" y="70559"/>
                  </a:lnTo>
                  <a:lnTo>
                    <a:pt x="6476999" y="114299"/>
                  </a:lnTo>
                  <a:lnTo>
                    <a:pt x="6476999" y="1028699"/>
                  </a:lnTo>
                  <a:lnTo>
                    <a:pt x="6468017" y="1073190"/>
                  </a:lnTo>
                  <a:lnTo>
                    <a:pt x="6443522" y="1109522"/>
                  </a:lnTo>
                  <a:lnTo>
                    <a:pt x="6407190" y="1134017"/>
                  </a:lnTo>
                  <a:lnTo>
                    <a:pt x="6362699" y="11429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143500" y="1905000"/>
              <a:ext cx="6477000" cy="1143000"/>
            </a:xfrm>
            <a:custGeom>
              <a:avLst/>
              <a:gdLst/>
              <a:ahLst/>
              <a:cxnLst/>
              <a:rect l="l" t="t" r="r" b="b"/>
              <a:pathLst>
                <a:path w="6477000" h="1143000">
                  <a:moveTo>
                    <a:pt x="0" y="114299"/>
                  </a:move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299" y="0"/>
                  </a:lnTo>
                  <a:lnTo>
                    <a:pt x="6362699" y="0"/>
                  </a:lnTo>
                  <a:lnTo>
                    <a:pt x="6406440" y="8700"/>
                  </a:lnTo>
                  <a:lnTo>
                    <a:pt x="6443522" y="33477"/>
                  </a:lnTo>
                  <a:lnTo>
                    <a:pt x="6468299" y="70559"/>
                  </a:lnTo>
                  <a:lnTo>
                    <a:pt x="6476999" y="114299"/>
                  </a:lnTo>
                  <a:lnTo>
                    <a:pt x="6476999" y="1028699"/>
                  </a:lnTo>
                  <a:lnTo>
                    <a:pt x="6468017" y="1073190"/>
                  </a:lnTo>
                  <a:lnTo>
                    <a:pt x="6443522" y="1109522"/>
                  </a:lnTo>
                  <a:lnTo>
                    <a:pt x="6407190" y="1134017"/>
                  </a:lnTo>
                  <a:lnTo>
                    <a:pt x="6362699" y="1142999"/>
                  </a:lnTo>
                  <a:lnTo>
                    <a:pt x="114299" y="1142999"/>
                  </a:lnTo>
                  <a:lnTo>
                    <a:pt x="69809" y="1134017"/>
                  </a:lnTo>
                  <a:lnTo>
                    <a:pt x="33477" y="1109522"/>
                  </a:lnTo>
                  <a:lnTo>
                    <a:pt x="8982" y="1073190"/>
                  </a:lnTo>
                  <a:lnTo>
                    <a:pt x="0" y="1028699"/>
                  </a:lnTo>
                  <a:lnTo>
                    <a:pt x="0" y="114299"/>
                  </a:lnTo>
                  <a:close/>
                </a:path>
              </a:pathLst>
            </a:custGeom>
            <a:ln w="9524">
              <a:solidFill>
                <a:srgbClr val="E1E7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543599" y="2330767"/>
              <a:ext cx="342900" cy="273050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6273800" y="2138572"/>
            <a:ext cx="5000625" cy="599440"/>
          </a:xfrm>
          <a:prstGeom prst="rect">
            <a:avLst/>
          </a:prstGeom>
        </p:spPr>
        <p:txBody>
          <a:bodyPr vert="horz" wrap="square" lIns="0" tIns="711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60"/>
              </a:spcBef>
            </a:pPr>
            <a:r>
              <a:rPr sz="1800" spc="-10" dirty="0">
                <a:solidFill>
                  <a:srgbClr val="003366"/>
                </a:solidFill>
                <a:latin typeface="Arial Black"/>
                <a:cs typeface="Arial Black"/>
              </a:rPr>
              <a:t>Software</a:t>
            </a:r>
            <a:endParaRPr sz="18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1300" dirty="0">
                <a:solidFill>
                  <a:srgbClr val="475568"/>
                </a:solidFill>
                <a:latin typeface="Lucida Sans Unicode"/>
                <a:cs typeface="Lucida Sans Unicode"/>
              </a:rPr>
              <a:t>Developed</a:t>
            </a:r>
            <a:r>
              <a:rPr sz="1300" spc="40" dirty="0">
                <a:solidFill>
                  <a:srgbClr val="475568"/>
                </a:solidFill>
                <a:latin typeface="Lucida Sans Unicode"/>
                <a:cs typeface="Lucida Sans Unicode"/>
              </a:rPr>
              <a:t> </a:t>
            </a:r>
            <a:r>
              <a:rPr sz="1300" dirty="0">
                <a:solidFill>
                  <a:srgbClr val="475568"/>
                </a:solidFill>
                <a:latin typeface="Lucida Sans Unicode"/>
                <a:cs typeface="Lucida Sans Unicode"/>
              </a:rPr>
              <a:t>using</a:t>
            </a:r>
            <a:r>
              <a:rPr sz="1300" spc="35" dirty="0">
                <a:solidFill>
                  <a:srgbClr val="475568"/>
                </a:solidFill>
                <a:latin typeface="Lucida Sans Unicode"/>
                <a:cs typeface="Lucida Sans Unicode"/>
              </a:rPr>
              <a:t> </a:t>
            </a:r>
            <a:r>
              <a:rPr sz="1300" spc="-25" dirty="0">
                <a:solidFill>
                  <a:srgbClr val="003366"/>
                </a:solidFill>
                <a:latin typeface="Arial Black"/>
                <a:cs typeface="Arial Black"/>
              </a:rPr>
              <a:t>SWI-</a:t>
            </a:r>
            <a:r>
              <a:rPr sz="1300" spc="-20" dirty="0">
                <a:solidFill>
                  <a:srgbClr val="003366"/>
                </a:solidFill>
                <a:latin typeface="Arial Black"/>
                <a:cs typeface="Arial Black"/>
              </a:rPr>
              <a:t>Prolog</a:t>
            </a:r>
            <a:r>
              <a:rPr sz="1300" spc="15" dirty="0">
                <a:solidFill>
                  <a:srgbClr val="003366"/>
                </a:solidFill>
                <a:latin typeface="Arial Black"/>
                <a:cs typeface="Arial Black"/>
              </a:rPr>
              <a:t> </a:t>
            </a:r>
            <a:r>
              <a:rPr sz="1300" spc="-20" dirty="0">
                <a:solidFill>
                  <a:srgbClr val="475568"/>
                </a:solidFill>
                <a:latin typeface="Lucida Sans Unicode"/>
                <a:cs typeface="Lucida Sans Unicode"/>
              </a:rPr>
              <a:t>for</a:t>
            </a:r>
            <a:r>
              <a:rPr sz="1300" spc="45" dirty="0">
                <a:solidFill>
                  <a:srgbClr val="475568"/>
                </a:solidFill>
                <a:latin typeface="Lucida Sans Unicode"/>
                <a:cs typeface="Lucida Sans Unicode"/>
              </a:rPr>
              <a:t> </a:t>
            </a:r>
            <a:r>
              <a:rPr sz="1300" dirty="0">
                <a:solidFill>
                  <a:srgbClr val="475568"/>
                </a:solidFill>
                <a:latin typeface="Lucida Sans Unicode"/>
                <a:cs typeface="Lucida Sans Unicode"/>
              </a:rPr>
              <a:t>the</a:t>
            </a:r>
            <a:r>
              <a:rPr sz="1300" spc="40" dirty="0">
                <a:solidFill>
                  <a:srgbClr val="475568"/>
                </a:solidFill>
                <a:latin typeface="Lucida Sans Unicode"/>
                <a:cs typeface="Lucida Sans Unicode"/>
              </a:rPr>
              <a:t> </a:t>
            </a:r>
            <a:r>
              <a:rPr sz="1300" dirty="0">
                <a:solidFill>
                  <a:srgbClr val="475568"/>
                </a:solidFill>
                <a:latin typeface="Lucida Sans Unicode"/>
                <a:cs typeface="Lucida Sans Unicode"/>
              </a:rPr>
              <a:t>robust</a:t>
            </a:r>
            <a:r>
              <a:rPr sz="1300" spc="40" dirty="0">
                <a:solidFill>
                  <a:srgbClr val="475568"/>
                </a:solidFill>
                <a:latin typeface="Lucida Sans Unicode"/>
                <a:cs typeface="Lucida Sans Unicode"/>
              </a:rPr>
              <a:t> </a:t>
            </a:r>
            <a:r>
              <a:rPr sz="1300" dirty="0">
                <a:solidFill>
                  <a:srgbClr val="475568"/>
                </a:solidFill>
                <a:latin typeface="Lucida Sans Unicode"/>
                <a:cs typeface="Lucida Sans Unicode"/>
              </a:rPr>
              <a:t>knowledge</a:t>
            </a:r>
            <a:r>
              <a:rPr sz="1300" spc="45" dirty="0">
                <a:solidFill>
                  <a:srgbClr val="475568"/>
                </a:solidFill>
                <a:latin typeface="Lucida Sans Unicode"/>
                <a:cs typeface="Lucida Sans Unicode"/>
              </a:rPr>
              <a:t> </a:t>
            </a:r>
            <a:r>
              <a:rPr sz="1300" spc="-10" dirty="0">
                <a:solidFill>
                  <a:srgbClr val="475568"/>
                </a:solidFill>
                <a:latin typeface="Lucida Sans Unicode"/>
                <a:cs typeface="Lucida Sans Unicode"/>
              </a:rPr>
              <a:t>base.</a:t>
            </a:r>
            <a:endParaRPr sz="1300">
              <a:latin typeface="Lucida Sans Unicode"/>
              <a:cs typeface="Lucida Sans Unicode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5138737" y="3233737"/>
            <a:ext cx="6486525" cy="1152525"/>
            <a:chOff x="5138737" y="3233737"/>
            <a:chExt cx="6486525" cy="1152525"/>
          </a:xfrm>
        </p:grpSpPr>
        <p:sp>
          <p:nvSpPr>
            <p:cNvPr id="13" name="object 13"/>
            <p:cNvSpPr/>
            <p:nvPr/>
          </p:nvSpPr>
          <p:spPr>
            <a:xfrm>
              <a:off x="5143500" y="3238500"/>
              <a:ext cx="6477000" cy="1143000"/>
            </a:xfrm>
            <a:custGeom>
              <a:avLst/>
              <a:gdLst/>
              <a:ahLst/>
              <a:cxnLst/>
              <a:rect l="l" t="t" r="r" b="b"/>
              <a:pathLst>
                <a:path w="6477000" h="1143000">
                  <a:moveTo>
                    <a:pt x="6362699" y="1142999"/>
                  </a:moveTo>
                  <a:lnTo>
                    <a:pt x="114299" y="1142999"/>
                  </a:lnTo>
                  <a:lnTo>
                    <a:pt x="69809" y="1134017"/>
                  </a:lnTo>
                  <a:lnTo>
                    <a:pt x="33477" y="1109522"/>
                  </a:lnTo>
                  <a:lnTo>
                    <a:pt x="8982" y="1073190"/>
                  </a:lnTo>
                  <a:lnTo>
                    <a:pt x="0" y="1028699"/>
                  </a:lnTo>
                  <a:lnTo>
                    <a:pt x="0" y="114299"/>
                  </a:ln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299" y="0"/>
                  </a:lnTo>
                  <a:lnTo>
                    <a:pt x="6362699" y="0"/>
                  </a:lnTo>
                  <a:lnTo>
                    <a:pt x="6406440" y="8700"/>
                  </a:lnTo>
                  <a:lnTo>
                    <a:pt x="6443522" y="33477"/>
                  </a:lnTo>
                  <a:lnTo>
                    <a:pt x="6468299" y="70559"/>
                  </a:lnTo>
                  <a:lnTo>
                    <a:pt x="6476999" y="114299"/>
                  </a:lnTo>
                  <a:lnTo>
                    <a:pt x="6476999" y="1028699"/>
                  </a:lnTo>
                  <a:lnTo>
                    <a:pt x="6468017" y="1073190"/>
                  </a:lnTo>
                  <a:lnTo>
                    <a:pt x="6443522" y="1109522"/>
                  </a:lnTo>
                  <a:lnTo>
                    <a:pt x="6407190" y="1134017"/>
                  </a:lnTo>
                  <a:lnTo>
                    <a:pt x="6362699" y="11429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143500" y="3238500"/>
              <a:ext cx="6477000" cy="1143000"/>
            </a:xfrm>
            <a:custGeom>
              <a:avLst/>
              <a:gdLst/>
              <a:ahLst/>
              <a:cxnLst/>
              <a:rect l="l" t="t" r="r" b="b"/>
              <a:pathLst>
                <a:path w="6477000" h="1143000">
                  <a:moveTo>
                    <a:pt x="0" y="114299"/>
                  </a:move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299" y="0"/>
                  </a:lnTo>
                  <a:lnTo>
                    <a:pt x="6362699" y="0"/>
                  </a:lnTo>
                  <a:lnTo>
                    <a:pt x="6406440" y="8700"/>
                  </a:lnTo>
                  <a:lnTo>
                    <a:pt x="6443522" y="33477"/>
                  </a:lnTo>
                  <a:lnTo>
                    <a:pt x="6468299" y="70559"/>
                  </a:lnTo>
                  <a:lnTo>
                    <a:pt x="6476999" y="114299"/>
                  </a:lnTo>
                  <a:lnTo>
                    <a:pt x="6476999" y="1028699"/>
                  </a:lnTo>
                  <a:lnTo>
                    <a:pt x="6468017" y="1073190"/>
                  </a:lnTo>
                  <a:lnTo>
                    <a:pt x="6443522" y="1109522"/>
                  </a:lnTo>
                  <a:lnTo>
                    <a:pt x="6407190" y="1134017"/>
                  </a:lnTo>
                  <a:lnTo>
                    <a:pt x="6362699" y="1142999"/>
                  </a:lnTo>
                  <a:lnTo>
                    <a:pt x="114299" y="1142999"/>
                  </a:lnTo>
                  <a:lnTo>
                    <a:pt x="69809" y="1134017"/>
                  </a:lnTo>
                  <a:lnTo>
                    <a:pt x="33477" y="1109522"/>
                  </a:lnTo>
                  <a:lnTo>
                    <a:pt x="8982" y="1073190"/>
                  </a:lnTo>
                  <a:lnTo>
                    <a:pt x="0" y="1028699"/>
                  </a:lnTo>
                  <a:lnTo>
                    <a:pt x="0" y="114299"/>
                  </a:lnTo>
                  <a:close/>
                </a:path>
              </a:pathLst>
            </a:custGeom>
            <a:ln w="9524">
              <a:solidFill>
                <a:srgbClr val="E1E7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527724" y="3673792"/>
              <a:ext cx="374650" cy="288925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6273800" y="3472072"/>
            <a:ext cx="4795520" cy="599440"/>
          </a:xfrm>
          <a:prstGeom prst="rect">
            <a:avLst/>
          </a:prstGeom>
        </p:spPr>
        <p:txBody>
          <a:bodyPr vert="horz" wrap="square" lIns="0" tIns="711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60"/>
              </a:spcBef>
            </a:pPr>
            <a:r>
              <a:rPr sz="1800" spc="-10" dirty="0">
                <a:solidFill>
                  <a:srgbClr val="003366"/>
                </a:solidFill>
                <a:latin typeface="Arial Black"/>
                <a:cs typeface="Arial Black"/>
              </a:rPr>
              <a:t>Knowledge</a:t>
            </a:r>
            <a:endParaRPr sz="18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1300" dirty="0">
                <a:solidFill>
                  <a:srgbClr val="475568"/>
                </a:solidFill>
                <a:latin typeface="Lucida Sans Unicode"/>
                <a:cs typeface="Lucida Sans Unicode"/>
              </a:rPr>
              <a:t>Modeled</a:t>
            </a:r>
            <a:r>
              <a:rPr sz="1300" spc="65" dirty="0">
                <a:solidFill>
                  <a:srgbClr val="475568"/>
                </a:solidFill>
                <a:latin typeface="Lucida Sans Unicode"/>
                <a:cs typeface="Lucida Sans Unicode"/>
              </a:rPr>
              <a:t> </a:t>
            </a:r>
            <a:r>
              <a:rPr sz="1300" dirty="0">
                <a:solidFill>
                  <a:srgbClr val="475568"/>
                </a:solidFill>
                <a:latin typeface="Lucida Sans Unicode"/>
                <a:cs typeface="Lucida Sans Unicode"/>
              </a:rPr>
              <a:t>after</a:t>
            </a:r>
            <a:r>
              <a:rPr sz="1300" spc="60" dirty="0">
                <a:solidFill>
                  <a:srgbClr val="475568"/>
                </a:solidFill>
                <a:latin typeface="Lucida Sans Unicode"/>
                <a:cs typeface="Lucida Sans Unicode"/>
              </a:rPr>
              <a:t> </a:t>
            </a:r>
            <a:r>
              <a:rPr sz="1300" spc="-25" dirty="0">
                <a:solidFill>
                  <a:srgbClr val="003366"/>
                </a:solidFill>
                <a:latin typeface="Arial Black"/>
                <a:cs typeface="Arial Black"/>
              </a:rPr>
              <a:t>automotive</a:t>
            </a:r>
            <a:r>
              <a:rPr sz="1300" spc="-55" dirty="0">
                <a:solidFill>
                  <a:srgbClr val="003366"/>
                </a:solidFill>
                <a:latin typeface="Arial Black"/>
                <a:cs typeface="Arial Black"/>
              </a:rPr>
              <a:t> </a:t>
            </a:r>
            <a:r>
              <a:rPr sz="1300" dirty="0">
                <a:solidFill>
                  <a:srgbClr val="003366"/>
                </a:solidFill>
                <a:latin typeface="Arial Black"/>
                <a:cs typeface="Arial Black"/>
              </a:rPr>
              <a:t>manuals</a:t>
            </a:r>
            <a:r>
              <a:rPr sz="1300" spc="30" dirty="0">
                <a:solidFill>
                  <a:srgbClr val="003366"/>
                </a:solidFill>
                <a:latin typeface="Arial Black"/>
                <a:cs typeface="Arial Black"/>
              </a:rPr>
              <a:t> </a:t>
            </a:r>
            <a:r>
              <a:rPr sz="1300" spc="75" dirty="0">
                <a:solidFill>
                  <a:srgbClr val="475568"/>
                </a:solidFill>
                <a:latin typeface="Lucida Sans Unicode"/>
                <a:cs typeface="Lucida Sans Unicode"/>
              </a:rPr>
              <a:t>and</a:t>
            </a:r>
            <a:r>
              <a:rPr sz="1300" spc="70" dirty="0">
                <a:solidFill>
                  <a:srgbClr val="475568"/>
                </a:solidFill>
                <a:latin typeface="Lucida Sans Unicode"/>
                <a:cs typeface="Lucida Sans Unicode"/>
              </a:rPr>
              <a:t> </a:t>
            </a:r>
            <a:r>
              <a:rPr sz="1300" dirty="0">
                <a:solidFill>
                  <a:srgbClr val="475568"/>
                </a:solidFill>
                <a:latin typeface="Lucida Sans Unicode"/>
                <a:cs typeface="Lucida Sans Unicode"/>
              </a:rPr>
              <a:t>diagnostic</a:t>
            </a:r>
            <a:r>
              <a:rPr sz="1300" spc="65" dirty="0">
                <a:solidFill>
                  <a:srgbClr val="475568"/>
                </a:solidFill>
                <a:latin typeface="Lucida Sans Unicode"/>
                <a:cs typeface="Lucida Sans Unicode"/>
              </a:rPr>
              <a:t> </a:t>
            </a:r>
            <a:r>
              <a:rPr sz="1300" spc="-10" dirty="0">
                <a:solidFill>
                  <a:srgbClr val="475568"/>
                </a:solidFill>
                <a:latin typeface="Lucida Sans Unicode"/>
                <a:cs typeface="Lucida Sans Unicode"/>
              </a:rPr>
              <a:t>trees.</a:t>
            </a:r>
            <a:endParaRPr sz="1300">
              <a:latin typeface="Lucida Sans Unicode"/>
              <a:cs typeface="Lucida Sans Unicode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5138737" y="4567237"/>
            <a:ext cx="6486525" cy="1152525"/>
            <a:chOff x="5138737" y="4567237"/>
            <a:chExt cx="6486525" cy="1152525"/>
          </a:xfrm>
        </p:grpSpPr>
        <p:sp>
          <p:nvSpPr>
            <p:cNvPr id="18" name="object 18"/>
            <p:cNvSpPr/>
            <p:nvPr/>
          </p:nvSpPr>
          <p:spPr>
            <a:xfrm>
              <a:off x="5143500" y="4572000"/>
              <a:ext cx="6477000" cy="1143000"/>
            </a:xfrm>
            <a:custGeom>
              <a:avLst/>
              <a:gdLst/>
              <a:ahLst/>
              <a:cxnLst/>
              <a:rect l="l" t="t" r="r" b="b"/>
              <a:pathLst>
                <a:path w="6477000" h="1143000">
                  <a:moveTo>
                    <a:pt x="6362699" y="1142999"/>
                  </a:moveTo>
                  <a:lnTo>
                    <a:pt x="114299" y="1142999"/>
                  </a:lnTo>
                  <a:lnTo>
                    <a:pt x="69809" y="1134017"/>
                  </a:lnTo>
                  <a:lnTo>
                    <a:pt x="33477" y="1109522"/>
                  </a:lnTo>
                  <a:lnTo>
                    <a:pt x="8982" y="1073190"/>
                  </a:lnTo>
                  <a:lnTo>
                    <a:pt x="0" y="1028699"/>
                  </a:lnTo>
                  <a:lnTo>
                    <a:pt x="0" y="114299"/>
                  </a:ln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299" y="0"/>
                  </a:lnTo>
                  <a:lnTo>
                    <a:pt x="6362699" y="0"/>
                  </a:lnTo>
                  <a:lnTo>
                    <a:pt x="6406440" y="8700"/>
                  </a:lnTo>
                  <a:lnTo>
                    <a:pt x="6443522" y="33477"/>
                  </a:lnTo>
                  <a:lnTo>
                    <a:pt x="6468299" y="70559"/>
                  </a:lnTo>
                  <a:lnTo>
                    <a:pt x="6476999" y="114299"/>
                  </a:lnTo>
                  <a:lnTo>
                    <a:pt x="6476999" y="1028699"/>
                  </a:lnTo>
                  <a:lnTo>
                    <a:pt x="6468017" y="1073190"/>
                  </a:lnTo>
                  <a:lnTo>
                    <a:pt x="6443522" y="1109522"/>
                  </a:lnTo>
                  <a:lnTo>
                    <a:pt x="6407190" y="1134017"/>
                  </a:lnTo>
                  <a:lnTo>
                    <a:pt x="6362699" y="11429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143500" y="4572000"/>
              <a:ext cx="6477000" cy="1143000"/>
            </a:xfrm>
            <a:custGeom>
              <a:avLst/>
              <a:gdLst/>
              <a:ahLst/>
              <a:cxnLst/>
              <a:rect l="l" t="t" r="r" b="b"/>
              <a:pathLst>
                <a:path w="6477000" h="1143000">
                  <a:moveTo>
                    <a:pt x="0" y="114299"/>
                  </a:move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299" y="0"/>
                  </a:lnTo>
                  <a:lnTo>
                    <a:pt x="6362699" y="0"/>
                  </a:lnTo>
                  <a:lnTo>
                    <a:pt x="6406440" y="8700"/>
                  </a:lnTo>
                  <a:lnTo>
                    <a:pt x="6443522" y="33477"/>
                  </a:lnTo>
                  <a:lnTo>
                    <a:pt x="6468299" y="70559"/>
                  </a:lnTo>
                  <a:lnTo>
                    <a:pt x="6476999" y="114299"/>
                  </a:lnTo>
                  <a:lnTo>
                    <a:pt x="6476999" y="1028699"/>
                  </a:lnTo>
                  <a:lnTo>
                    <a:pt x="6468017" y="1073190"/>
                  </a:lnTo>
                  <a:lnTo>
                    <a:pt x="6443522" y="1109522"/>
                  </a:lnTo>
                  <a:lnTo>
                    <a:pt x="6407190" y="1134017"/>
                  </a:lnTo>
                  <a:lnTo>
                    <a:pt x="6362699" y="1142999"/>
                  </a:lnTo>
                  <a:lnTo>
                    <a:pt x="114299" y="1142999"/>
                  </a:lnTo>
                  <a:lnTo>
                    <a:pt x="69809" y="1134017"/>
                  </a:lnTo>
                  <a:lnTo>
                    <a:pt x="33477" y="1109522"/>
                  </a:lnTo>
                  <a:lnTo>
                    <a:pt x="8982" y="1073190"/>
                  </a:lnTo>
                  <a:lnTo>
                    <a:pt x="0" y="1028699"/>
                  </a:lnTo>
                  <a:lnTo>
                    <a:pt x="0" y="114299"/>
                  </a:lnTo>
                  <a:close/>
                </a:path>
              </a:pathLst>
            </a:custGeom>
            <a:ln w="9524">
              <a:solidFill>
                <a:srgbClr val="E1E7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575349" y="4981892"/>
              <a:ext cx="276225" cy="304800"/>
            </a:xfrm>
            <a:prstGeom prst="rect">
              <a:avLst/>
            </a:prstGeom>
          </p:spPr>
        </p:pic>
      </p:grpSp>
      <p:sp>
        <p:nvSpPr>
          <p:cNvPr id="21" name="object 21"/>
          <p:cNvSpPr txBox="1"/>
          <p:nvPr/>
        </p:nvSpPr>
        <p:spPr>
          <a:xfrm>
            <a:off x="6273800" y="4805572"/>
            <a:ext cx="4780280" cy="599440"/>
          </a:xfrm>
          <a:prstGeom prst="rect">
            <a:avLst/>
          </a:prstGeom>
        </p:spPr>
        <p:txBody>
          <a:bodyPr vert="horz" wrap="square" lIns="0" tIns="711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60"/>
              </a:spcBef>
            </a:pPr>
            <a:r>
              <a:rPr sz="1800" spc="-10" dirty="0">
                <a:solidFill>
                  <a:srgbClr val="003366"/>
                </a:solidFill>
                <a:latin typeface="Arial Black"/>
                <a:cs typeface="Arial Black"/>
              </a:rPr>
              <a:t>Emulation</a:t>
            </a:r>
            <a:endParaRPr sz="18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1300" dirty="0">
                <a:solidFill>
                  <a:srgbClr val="475568"/>
                </a:solidFill>
                <a:latin typeface="Lucida Sans Unicode"/>
                <a:cs typeface="Lucida Sans Unicode"/>
              </a:rPr>
              <a:t>Mimics</a:t>
            </a:r>
            <a:r>
              <a:rPr sz="1300" spc="30" dirty="0">
                <a:solidFill>
                  <a:srgbClr val="475568"/>
                </a:solidFill>
                <a:latin typeface="Lucida Sans Unicode"/>
                <a:cs typeface="Lucida Sans Unicode"/>
              </a:rPr>
              <a:t> </a:t>
            </a:r>
            <a:r>
              <a:rPr sz="1300" dirty="0">
                <a:solidFill>
                  <a:srgbClr val="475568"/>
                </a:solidFill>
                <a:latin typeface="Lucida Sans Unicode"/>
                <a:cs typeface="Lucida Sans Unicode"/>
              </a:rPr>
              <a:t>the</a:t>
            </a:r>
            <a:r>
              <a:rPr sz="1300" spc="30" dirty="0">
                <a:solidFill>
                  <a:srgbClr val="475568"/>
                </a:solidFill>
                <a:latin typeface="Lucida Sans Unicode"/>
                <a:cs typeface="Lucida Sans Unicode"/>
              </a:rPr>
              <a:t> </a:t>
            </a:r>
            <a:r>
              <a:rPr sz="1300" dirty="0">
                <a:solidFill>
                  <a:srgbClr val="475568"/>
                </a:solidFill>
                <a:latin typeface="Lucida Sans Unicode"/>
                <a:cs typeface="Lucida Sans Unicode"/>
              </a:rPr>
              <a:t>reasoning</a:t>
            </a:r>
            <a:r>
              <a:rPr sz="1300" spc="30" dirty="0">
                <a:solidFill>
                  <a:srgbClr val="475568"/>
                </a:solidFill>
                <a:latin typeface="Lucida Sans Unicode"/>
                <a:cs typeface="Lucida Sans Unicode"/>
              </a:rPr>
              <a:t> </a:t>
            </a:r>
            <a:r>
              <a:rPr sz="1300" dirty="0">
                <a:solidFill>
                  <a:srgbClr val="475568"/>
                </a:solidFill>
                <a:latin typeface="Lucida Sans Unicode"/>
                <a:cs typeface="Lucida Sans Unicode"/>
              </a:rPr>
              <a:t>of</a:t>
            </a:r>
            <a:r>
              <a:rPr sz="1300" spc="30" dirty="0">
                <a:solidFill>
                  <a:srgbClr val="475568"/>
                </a:solidFill>
                <a:latin typeface="Lucida Sans Unicode"/>
                <a:cs typeface="Lucida Sans Unicode"/>
              </a:rPr>
              <a:t> </a:t>
            </a:r>
            <a:r>
              <a:rPr sz="1300" spc="90" dirty="0">
                <a:solidFill>
                  <a:srgbClr val="475568"/>
                </a:solidFill>
                <a:latin typeface="Lucida Sans Unicode"/>
                <a:cs typeface="Lucida Sans Unicode"/>
              </a:rPr>
              <a:t>an</a:t>
            </a:r>
            <a:r>
              <a:rPr sz="1300" spc="25" dirty="0">
                <a:solidFill>
                  <a:srgbClr val="475568"/>
                </a:solidFill>
                <a:latin typeface="Lucida Sans Unicode"/>
                <a:cs typeface="Lucida Sans Unicode"/>
              </a:rPr>
              <a:t> </a:t>
            </a:r>
            <a:r>
              <a:rPr sz="1300" spc="-55" dirty="0">
                <a:solidFill>
                  <a:srgbClr val="003366"/>
                </a:solidFill>
                <a:latin typeface="Arial Black"/>
                <a:cs typeface="Arial Black"/>
              </a:rPr>
              <a:t>experienced</a:t>
            </a:r>
            <a:r>
              <a:rPr sz="1300" spc="-80" dirty="0">
                <a:solidFill>
                  <a:srgbClr val="003366"/>
                </a:solidFill>
                <a:latin typeface="Arial Black"/>
                <a:cs typeface="Arial Black"/>
              </a:rPr>
              <a:t> </a:t>
            </a:r>
            <a:r>
              <a:rPr sz="1300" dirty="0">
                <a:solidFill>
                  <a:srgbClr val="003366"/>
                </a:solidFill>
                <a:latin typeface="Arial Black"/>
                <a:cs typeface="Arial Black"/>
              </a:rPr>
              <a:t>auto-</a:t>
            </a:r>
            <a:r>
              <a:rPr sz="1300" spc="-10" dirty="0">
                <a:solidFill>
                  <a:srgbClr val="003366"/>
                </a:solidFill>
                <a:latin typeface="Arial Black"/>
                <a:cs typeface="Arial Black"/>
              </a:rPr>
              <a:t>mechanic</a:t>
            </a:r>
            <a:r>
              <a:rPr sz="1300" spc="-10" dirty="0">
                <a:solidFill>
                  <a:srgbClr val="475568"/>
                </a:solidFill>
                <a:latin typeface="Lucida Sans Unicode"/>
                <a:cs typeface="Lucida Sans Unicode"/>
              </a:rPr>
              <a:t>.</a:t>
            </a:r>
            <a:endParaRPr sz="13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715000" y="2308025"/>
            <a:ext cx="762000" cy="48260"/>
          </a:xfrm>
          <a:custGeom>
            <a:avLst/>
            <a:gdLst/>
            <a:ahLst/>
            <a:cxnLst/>
            <a:rect l="l" t="t" r="r" b="b"/>
            <a:pathLst>
              <a:path w="762000" h="48260">
                <a:moveTo>
                  <a:pt x="761999" y="47699"/>
                </a:moveTo>
                <a:lnTo>
                  <a:pt x="0" y="47699"/>
                </a:lnTo>
                <a:lnTo>
                  <a:pt x="0" y="0"/>
                </a:lnTo>
                <a:lnTo>
                  <a:pt x="761999" y="0"/>
                </a:lnTo>
                <a:lnTo>
                  <a:pt x="761999" y="47699"/>
                </a:lnTo>
                <a:close/>
              </a:path>
            </a:pathLst>
          </a:custGeom>
          <a:solidFill>
            <a:srgbClr val="D4AE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500" spc="-190" dirty="0"/>
              <a:t>Knowledge</a:t>
            </a:r>
            <a:r>
              <a:rPr sz="4500" spc="-490" dirty="0"/>
              <a:t> </a:t>
            </a:r>
            <a:r>
              <a:rPr sz="4500" spc="-130" dirty="0"/>
              <a:t>Engineering</a:t>
            </a:r>
            <a:endParaRPr sz="4500"/>
          </a:p>
        </p:txBody>
      </p:sp>
      <p:sp>
        <p:nvSpPr>
          <p:cNvPr id="4" name="object 4"/>
          <p:cNvSpPr txBox="1"/>
          <p:nvPr/>
        </p:nvSpPr>
        <p:spPr>
          <a:xfrm>
            <a:off x="4833029" y="3668069"/>
            <a:ext cx="2526665" cy="276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Rule-Based</a:t>
            </a:r>
            <a:r>
              <a:rPr sz="1650" spc="-12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Diagnosis</a:t>
            </a:r>
            <a:r>
              <a:rPr sz="1650" spc="-12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-10" dirty="0">
                <a:solidFill>
                  <a:srgbClr val="334155"/>
                </a:solidFill>
                <a:latin typeface="Tahoma"/>
                <a:cs typeface="Tahoma"/>
              </a:rPr>
              <a:t>Logic</a:t>
            </a:r>
            <a:endParaRPr sz="16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05" dirty="0"/>
              <a:t>Diagnostic</a:t>
            </a:r>
            <a:r>
              <a:rPr sz="3600" spc="-405" dirty="0"/>
              <a:t> </a:t>
            </a:r>
            <a:r>
              <a:rPr sz="3600" spc="-155" dirty="0"/>
              <a:t>Knowledge</a:t>
            </a:r>
            <a:r>
              <a:rPr sz="3600" spc="-400" dirty="0"/>
              <a:t> </a:t>
            </a:r>
            <a:r>
              <a:rPr sz="3600" spc="-204" dirty="0"/>
              <a:t>Base</a:t>
            </a:r>
            <a:r>
              <a:rPr sz="3600" spc="-400" dirty="0"/>
              <a:t> </a:t>
            </a:r>
            <a:r>
              <a:rPr sz="3600" spc="65" dirty="0"/>
              <a:t>(1-</a:t>
            </a:r>
            <a:r>
              <a:rPr sz="3600" spc="50" dirty="0"/>
              <a:t>5)</a:t>
            </a:r>
            <a:endParaRPr sz="3600"/>
          </a:p>
        </p:txBody>
      </p:sp>
      <p:sp>
        <p:nvSpPr>
          <p:cNvPr id="4" name="object 4"/>
          <p:cNvSpPr/>
          <p:nvPr/>
        </p:nvSpPr>
        <p:spPr>
          <a:xfrm>
            <a:off x="571500" y="1266825"/>
            <a:ext cx="11049000" cy="28575"/>
          </a:xfrm>
          <a:custGeom>
            <a:avLst/>
            <a:gdLst/>
            <a:ahLst/>
            <a:cxnLst/>
            <a:rect l="l" t="t" r="r" b="b"/>
            <a:pathLst>
              <a:path w="11049000" h="28575">
                <a:moveTo>
                  <a:pt x="11048999" y="28499"/>
                </a:moveTo>
                <a:lnTo>
                  <a:pt x="0" y="28499"/>
                </a:lnTo>
                <a:lnTo>
                  <a:pt x="0" y="0"/>
                </a:lnTo>
                <a:lnTo>
                  <a:pt x="11048999" y="0"/>
                </a:lnTo>
                <a:lnTo>
                  <a:pt x="11048999" y="28499"/>
                </a:lnTo>
                <a:close/>
              </a:path>
            </a:pathLst>
          </a:custGeom>
          <a:solidFill>
            <a:srgbClr val="D4AE3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566737" y="1709737"/>
            <a:ext cx="11058525" cy="819785"/>
            <a:chOff x="566737" y="1709737"/>
            <a:chExt cx="11058525" cy="819785"/>
          </a:xfrm>
        </p:grpSpPr>
        <p:sp>
          <p:nvSpPr>
            <p:cNvPr id="6" name="object 6"/>
            <p:cNvSpPr/>
            <p:nvPr/>
          </p:nvSpPr>
          <p:spPr>
            <a:xfrm>
              <a:off x="571500" y="1714500"/>
              <a:ext cx="11049000" cy="810260"/>
            </a:xfrm>
            <a:custGeom>
              <a:avLst/>
              <a:gdLst/>
              <a:ahLst/>
              <a:cxnLst/>
              <a:rect l="l" t="t" r="r" b="b"/>
              <a:pathLst>
                <a:path w="11049000" h="810260">
                  <a:moveTo>
                    <a:pt x="10934694" y="809699"/>
                  </a:moveTo>
                  <a:lnTo>
                    <a:pt x="114305" y="809699"/>
                  </a:lnTo>
                  <a:lnTo>
                    <a:pt x="69812" y="800717"/>
                  </a:lnTo>
                  <a:lnTo>
                    <a:pt x="33479" y="776220"/>
                  </a:lnTo>
                  <a:lnTo>
                    <a:pt x="8982" y="739887"/>
                  </a:lnTo>
                  <a:lnTo>
                    <a:pt x="0" y="695394"/>
                  </a:lnTo>
                  <a:lnTo>
                    <a:pt x="0" y="114305"/>
                  </a:lnTo>
                  <a:lnTo>
                    <a:pt x="8982" y="69812"/>
                  </a:lnTo>
                  <a:lnTo>
                    <a:pt x="33479" y="33479"/>
                  </a:lnTo>
                  <a:lnTo>
                    <a:pt x="69812" y="8982"/>
                  </a:lnTo>
                  <a:lnTo>
                    <a:pt x="114305" y="0"/>
                  </a:lnTo>
                  <a:lnTo>
                    <a:pt x="10934694" y="0"/>
                  </a:lnTo>
                  <a:lnTo>
                    <a:pt x="10978437" y="8700"/>
                  </a:lnTo>
                  <a:lnTo>
                    <a:pt x="11015520" y="33479"/>
                  </a:lnTo>
                  <a:lnTo>
                    <a:pt x="11040298" y="70562"/>
                  </a:lnTo>
                  <a:lnTo>
                    <a:pt x="11048999" y="114305"/>
                  </a:lnTo>
                  <a:lnTo>
                    <a:pt x="11048999" y="695394"/>
                  </a:lnTo>
                  <a:lnTo>
                    <a:pt x="11040017" y="739887"/>
                  </a:lnTo>
                  <a:lnTo>
                    <a:pt x="11015520" y="776220"/>
                  </a:lnTo>
                  <a:lnTo>
                    <a:pt x="10979187" y="800717"/>
                  </a:lnTo>
                  <a:lnTo>
                    <a:pt x="10934694" y="8096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71500" y="1714500"/>
              <a:ext cx="11049000" cy="810260"/>
            </a:xfrm>
            <a:custGeom>
              <a:avLst/>
              <a:gdLst/>
              <a:ahLst/>
              <a:cxnLst/>
              <a:rect l="l" t="t" r="r" b="b"/>
              <a:pathLst>
                <a:path w="11049000" h="810260">
                  <a:moveTo>
                    <a:pt x="0" y="114305"/>
                  </a:moveTo>
                  <a:lnTo>
                    <a:pt x="8982" y="69812"/>
                  </a:lnTo>
                  <a:lnTo>
                    <a:pt x="33479" y="33479"/>
                  </a:lnTo>
                  <a:lnTo>
                    <a:pt x="69812" y="8982"/>
                  </a:lnTo>
                  <a:lnTo>
                    <a:pt x="114305" y="0"/>
                  </a:lnTo>
                  <a:lnTo>
                    <a:pt x="10934694" y="0"/>
                  </a:lnTo>
                  <a:lnTo>
                    <a:pt x="10978437" y="8700"/>
                  </a:lnTo>
                  <a:lnTo>
                    <a:pt x="11015520" y="33479"/>
                  </a:lnTo>
                  <a:lnTo>
                    <a:pt x="11040298" y="70562"/>
                  </a:lnTo>
                  <a:lnTo>
                    <a:pt x="11048999" y="114305"/>
                  </a:lnTo>
                  <a:lnTo>
                    <a:pt x="11048999" y="695394"/>
                  </a:lnTo>
                  <a:lnTo>
                    <a:pt x="11040017" y="739887"/>
                  </a:lnTo>
                  <a:lnTo>
                    <a:pt x="11015520" y="776220"/>
                  </a:lnTo>
                  <a:lnTo>
                    <a:pt x="10979187" y="800717"/>
                  </a:lnTo>
                  <a:lnTo>
                    <a:pt x="10934694" y="809699"/>
                  </a:lnTo>
                  <a:lnTo>
                    <a:pt x="114305" y="809699"/>
                  </a:lnTo>
                  <a:lnTo>
                    <a:pt x="69812" y="800717"/>
                  </a:lnTo>
                  <a:lnTo>
                    <a:pt x="33479" y="776220"/>
                  </a:lnTo>
                  <a:lnTo>
                    <a:pt x="8982" y="739887"/>
                  </a:lnTo>
                  <a:lnTo>
                    <a:pt x="0" y="695394"/>
                  </a:lnTo>
                  <a:lnTo>
                    <a:pt x="0" y="114305"/>
                  </a:lnTo>
                  <a:close/>
                </a:path>
              </a:pathLst>
            </a:custGeom>
            <a:ln w="9524">
              <a:solidFill>
                <a:srgbClr val="E1E7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96950" y="1915477"/>
              <a:ext cx="196850" cy="381000"/>
            </a:xfrm>
            <a:prstGeom prst="rect">
              <a:avLst/>
            </a:prstGeom>
          </p:spPr>
        </p:pic>
      </p:grpSp>
      <p:grpSp>
        <p:nvGrpSpPr>
          <p:cNvPr id="9" name="object 9"/>
          <p:cNvGrpSpPr/>
          <p:nvPr/>
        </p:nvGrpSpPr>
        <p:grpSpPr>
          <a:xfrm>
            <a:off x="566737" y="2614612"/>
            <a:ext cx="11058525" cy="819785"/>
            <a:chOff x="566737" y="2614612"/>
            <a:chExt cx="11058525" cy="819785"/>
          </a:xfrm>
        </p:grpSpPr>
        <p:sp>
          <p:nvSpPr>
            <p:cNvPr id="10" name="object 10"/>
            <p:cNvSpPr/>
            <p:nvPr/>
          </p:nvSpPr>
          <p:spPr>
            <a:xfrm>
              <a:off x="571500" y="2619375"/>
              <a:ext cx="11049000" cy="810260"/>
            </a:xfrm>
            <a:custGeom>
              <a:avLst/>
              <a:gdLst/>
              <a:ahLst/>
              <a:cxnLst/>
              <a:rect l="l" t="t" r="r" b="b"/>
              <a:pathLst>
                <a:path w="11049000" h="810260">
                  <a:moveTo>
                    <a:pt x="10934694" y="809699"/>
                  </a:moveTo>
                  <a:lnTo>
                    <a:pt x="114305" y="809699"/>
                  </a:lnTo>
                  <a:lnTo>
                    <a:pt x="69812" y="800717"/>
                  </a:lnTo>
                  <a:lnTo>
                    <a:pt x="33479" y="776220"/>
                  </a:lnTo>
                  <a:lnTo>
                    <a:pt x="8982" y="739887"/>
                  </a:lnTo>
                  <a:lnTo>
                    <a:pt x="0" y="695394"/>
                  </a:lnTo>
                  <a:lnTo>
                    <a:pt x="0" y="114305"/>
                  </a:lnTo>
                  <a:lnTo>
                    <a:pt x="8982" y="69812"/>
                  </a:lnTo>
                  <a:lnTo>
                    <a:pt x="33479" y="33479"/>
                  </a:lnTo>
                  <a:lnTo>
                    <a:pt x="69812" y="8982"/>
                  </a:lnTo>
                  <a:lnTo>
                    <a:pt x="114305" y="0"/>
                  </a:lnTo>
                  <a:lnTo>
                    <a:pt x="10934694" y="0"/>
                  </a:lnTo>
                  <a:lnTo>
                    <a:pt x="10978437" y="8700"/>
                  </a:lnTo>
                  <a:lnTo>
                    <a:pt x="11015520" y="33479"/>
                  </a:lnTo>
                  <a:lnTo>
                    <a:pt x="11040298" y="70562"/>
                  </a:lnTo>
                  <a:lnTo>
                    <a:pt x="11048999" y="114305"/>
                  </a:lnTo>
                  <a:lnTo>
                    <a:pt x="11048999" y="695394"/>
                  </a:lnTo>
                  <a:lnTo>
                    <a:pt x="11040017" y="739887"/>
                  </a:lnTo>
                  <a:lnTo>
                    <a:pt x="11015520" y="776220"/>
                  </a:lnTo>
                  <a:lnTo>
                    <a:pt x="10979187" y="800717"/>
                  </a:lnTo>
                  <a:lnTo>
                    <a:pt x="10934694" y="8096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71500" y="2619375"/>
              <a:ext cx="11049000" cy="810260"/>
            </a:xfrm>
            <a:custGeom>
              <a:avLst/>
              <a:gdLst/>
              <a:ahLst/>
              <a:cxnLst/>
              <a:rect l="l" t="t" r="r" b="b"/>
              <a:pathLst>
                <a:path w="11049000" h="810260">
                  <a:moveTo>
                    <a:pt x="0" y="114305"/>
                  </a:moveTo>
                  <a:lnTo>
                    <a:pt x="8982" y="69812"/>
                  </a:lnTo>
                  <a:lnTo>
                    <a:pt x="33479" y="33479"/>
                  </a:lnTo>
                  <a:lnTo>
                    <a:pt x="69812" y="8982"/>
                  </a:lnTo>
                  <a:lnTo>
                    <a:pt x="114305" y="0"/>
                  </a:lnTo>
                  <a:lnTo>
                    <a:pt x="10934694" y="0"/>
                  </a:lnTo>
                  <a:lnTo>
                    <a:pt x="10978437" y="8700"/>
                  </a:lnTo>
                  <a:lnTo>
                    <a:pt x="11015520" y="33479"/>
                  </a:lnTo>
                  <a:lnTo>
                    <a:pt x="11040298" y="70562"/>
                  </a:lnTo>
                  <a:lnTo>
                    <a:pt x="11048999" y="114305"/>
                  </a:lnTo>
                  <a:lnTo>
                    <a:pt x="11048999" y="695394"/>
                  </a:lnTo>
                  <a:lnTo>
                    <a:pt x="11040017" y="739887"/>
                  </a:lnTo>
                  <a:lnTo>
                    <a:pt x="11015520" y="776220"/>
                  </a:lnTo>
                  <a:lnTo>
                    <a:pt x="10979187" y="800717"/>
                  </a:lnTo>
                  <a:lnTo>
                    <a:pt x="10934694" y="809699"/>
                  </a:lnTo>
                  <a:lnTo>
                    <a:pt x="114305" y="809699"/>
                  </a:lnTo>
                  <a:lnTo>
                    <a:pt x="69812" y="800717"/>
                  </a:lnTo>
                  <a:lnTo>
                    <a:pt x="33479" y="776220"/>
                  </a:lnTo>
                  <a:lnTo>
                    <a:pt x="8982" y="739887"/>
                  </a:lnTo>
                  <a:lnTo>
                    <a:pt x="0" y="695394"/>
                  </a:lnTo>
                  <a:lnTo>
                    <a:pt x="0" y="114305"/>
                  </a:lnTo>
                  <a:close/>
                </a:path>
              </a:pathLst>
            </a:custGeom>
            <a:ln w="9524">
              <a:solidFill>
                <a:srgbClr val="E1E7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39800" y="2820352"/>
              <a:ext cx="311150" cy="381000"/>
            </a:xfrm>
            <a:prstGeom prst="rect">
              <a:avLst/>
            </a:prstGeom>
          </p:spPr>
        </p:pic>
      </p:grpSp>
      <p:grpSp>
        <p:nvGrpSpPr>
          <p:cNvPr id="13" name="object 13"/>
          <p:cNvGrpSpPr/>
          <p:nvPr/>
        </p:nvGrpSpPr>
        <p:grpSpPr>
          <a:xfrm>
            <a:off x="566737" y="3519487"/>
            <a:ext cx="11058525" cy="819785"/>
            <a:chOff x="566737" y="3519487"/>
            <a:chExt cx="11058525" cy="819785"/>
          </a:xfrm>
        </p:grpSpPr>
        <p:sp>
          <p:nvSpPr>
            <p:cNvPr id="14" name="object 14"/>
            <p:cNvSpPr/>
            <p:nvPr/>
          </p:nvSpPr>
          <p:spPr>
            <a:xfrm>
              <a:off x="571500" y="3524250"/>
              <a:ext cx="11049000" cy="810260"/>
            </a:xfrm>
            <a:custGeom>
              <a:avLst/>
              <a:gdLst/>
              <a:ahLst/>
              <a:cxnLst/>
              <a:rect l="l" t="t" r="r" b="b"/>
              <a:pathLst>
                <a:path w="11049000" h="810260">
                  <a:moveTo>
                    <a:pt x="10934694" y="809699"/>
                  </a:moveTo>
                  <a:lnTo>
                    <a:pt x="114305" y="809699"/>
                  </a:lnTo>
                  <a:lnTo>
                    <a:pt x="69812" y="800717"/>
                  </a:lnTo>
                  <a:lnTo>
                    <a:pt x="33479" y="776220"/>
                  </a:lnTo>
                  <a:lnTo>
                    <a:pt x="8982" y="739887"/>
                  </a:lnTo>
                  <a:lnTo>
                    <a:pt x="0" y="695394"/>
                  </a:lnTo>
                  <a:lnTo>
                    <a:pt x="0" y="114305"/>
                  </a:lnTo>
                  <a:lnTo>
                    <a:pt x="8982" y="69812"/>
                  </a:lnTo>
                  <a:lnTo>
                    <a:pt x="33479" y="33479"/>
                  </a:lnTo>
                  <a:lnTo>
                    <a:pt x="69812" y="8982"/>
                  </a:lnTo>
                  <a:lnTo>
                    <a:pt x="114305" y="0"/>
                  </a:lnTo>
                  <a:lnTo>
                    <a:pt x="10934694" y="0"/>
                  </a:lnTo>
                  <a:lnTo>
                    <a:pt x="10978437" y="8701"/>
                  </a:lnTo>
                  <a:lnTo>
                    <a:pt x="11015520" y="33479"/>
                  </a:lnTo>
                  <a:lnTo>
                    <a:pt x="11040298" y="70562"/>
                  </a:lnTo>
                  <a:lnTo>
                    <a:pt x="11048999" y="114305"/>
                  </a:lnTo>
                  <a:lnTo>
                    <a:pt x="11048999" y="695394"/>
                  </a:lnTo>
                  <a:lnTo>
                    <a:pt x="11040017" y="739887"/>
                  </a:lnTo>
                  <a:lnTo>
                    <a:pt x="11015520" y="776220"/>
                  </a:lnTo>
                  <a:lnTo>
                    <a:pt x="10979187" y="800717"/>
                  </a:lnTo>
                  <a:lnTo>
                    <a:pt x="10934694" y="8096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71500" y="3524250"/>
              <a:ext cx="11049000" cy="810260"/>
            </a:xfrm>
            <a:custGeom>
              <a:avLst/>
              <a:gdLst/>
              <a:ahLst/>
              <a:cxnLst/>
              <a:rect l="l" t="t" r="r" b="b"/>
              <a:pathLst>
                <a:path w="11049000" h="810260">
                  <a:moveTo>
                    <a:pt x="0" y="114305"/>
                  </a:moveTo>
                  <a:lnTo>
                    <a:pt x="8982" y="69812"/>
                  </a:lnTo>
                  <a:lnTo>
                    <a:pt x="33479" y="33479"/>
                  </a:lnTo>
                  <a:lnTo>
                    <a:pt x="69812" y="8982"/>
                  </a:lnTo>
                  <a:lnTo>
                    <a:pt x="114305" y="0"/>
                  </a:lnTo>
                  <a:lnTo>
                    <a:pt x="10934694" y="0"/>
                  </a:lnTo>
                  <a:lnTo>
                    <a:pt x="10978437" y="8701"/>
                  </a:lnTo>
                  <a:lnTo>
                    <a:pt x="11015520" y="33479"/>
                  </a:lnTo>
                  <a:lnTo>
                    <a:pt x="11040298" y="70562"/>
                  </a:lnTo>
                  <a:lnTo>
                    <a:pt x="11048999" y="114305"/>
                  </a:lnTo>
                  <a:lnTo>
                    <a:pt x="11048999" y="695394"/>
                  </a:lnTo>
                  <a:lnTo>
                    <a:pt x="11040017" y="739887"/>
                  </a:lnTo>
                  <a:lnTo>
                    <a:pt x="11015520" y="776220"/>
                  </a:lnTo>
                  <a:lnTo>
                    <a:pt x="10979187" y="800717"/>
                  </a:lnTo>
                  <a:lnTo>
                    <a:pt x="10934694" y="809699"/>
                  </a:lnTo>
                  <a:lnTo>
                    <a:pt x="114305" y="809699"/>
                  </a:lnTo>
                  <a:lnTo>
                    <a:pt x="69812" y="800717"/>
                  </a:lnTo>
                  <a:lnTo>
                    <a:pt x="33479" y="776220"/>
                  </a:lnTo>
                  <a:lnTo>
                    <a:pt x="8982" y="739887"/>
                  </a:lnTo>
                  <a:lnTo>
                    <a:pt x="0" y="695394"/>
                  </a:lnTo>
                  <a:lnTo>
                    <a:pt x="0" y="114305"/>
                  </a:lnTo>
                  <a:close/>
                </a:path>
              </a:pathLst>
            </a:custGeom>
            <a:ln w="9524">
              <a:solidFill>
                <a:srgbClr val="E1E7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96950" y="3725227"/>
              <a:ext cx="196850" cy="381000"/>
            </a:xfrm>
            <a:prstGeom prst="rect">
              <a:avLst/>
            </a:prstGeom>
          </p:spPr>
        </p:pic>
      </p:grpSp>
      <p:grpSp>
        <p:nvGrpSpPr>
          <p:cNvPr id="17" name="object 17"/>
          <p:cNvGrpSpPr/>
          <p:nvPr/>
        </p:nvGrpSpPr>
        <p:grpSpPr>
          <a:xfrm>
            <a:off x="566737" y="4424362"/>
            <a:ext cx="11058525" cy="819785"/>
            <a:chOff x="566737" y="4424362"/>
            <a:chExt cx="11058525" cy="819785"/>
          </a:xfrm>
        </p:grpSpPr>
        <p:sp>
          <p:nvSpPr>
            <p:cNvPr id="18" name="object 18"/>
            <p:cNvSpPr/>
            <p:nvPr/>
          </p:nvSpPr>
          <p:spPr>
            <a:xfrm>
              <a:off x="571500" y="4429125"/>
              <a:ext cx="11049000" cy="810260"/>
            </a:xfrm>
            <a:custGeom>
              <a:avLst/>
              <a:gdLst/>
              <a:ahLst/>
              <a:cxnLst/>
              <a:rect l="l" t="t" r="r" b="b"/>
              <a:pathLst>
                <a:path w="11049000" h="810260">
                  <a:moveTo>
                    <a:pt x="10934694" y="809699"/>
                  </a:moveTo>
                  <a:lnTo>
                    <a:pt x="114305" y="809699"/>
                  </a:lnTo>
                  <a:lnTo>
                    <a:pt x="69812" y="800717"/>
                  </a:lnTo>
                  <a:lnTo>
                    <a:pt x="33479" y="776220"/>
                  </a:lnTo>
                  <a:lnTo>
                    <a:pt x="8982" y="739887"/>
                  </a:lnTo>
                  <a:lnTo>
                    <a:pt x="0" y="695394"/>
                  </a:lnTo>
                  <a:lnTo>
                    <a:pt x="0" y="114305"/>
                  </a:lnTo>
                  <a:lnTo>
                    <a:pt x="8982" y="69812"/>
                  </a:lnTo>
                  <a:lnTo>
                    <a:pt x="33479" y="33479"/>
                  </a:lnTo>
                  <a:lnTo>
                    <a:pt x="69812" y="8982"/>
                  </a:lnTo>
                  <a:lnTo>
                    <a:pt x="114305" y="0"/>
                  </a:lnTo>
                  <a:lnTo>
                    <a:pt x="10934694" y="0"/>
                  </a:lnTo>
                  <a:lnTo>
                    <a:pt x="10978437" y="8701"/>
                  </a:lnTo>
                  <a:lnTo>
                    <a:pt x="11015520" y="33479"/>
                  </a:lnTo>
                  <a:lnTo>
                    <a:pt x="11040298" y="70562"/>
                  </a:lnTo>
                  <a:lnTo>
                    <a:pt x="11048999" y="114305"/>
                  </a:lnTo>
                  <a:lnTo>
                    <a:pt x="11048999" y="695394"/>
                  </a:lnTo>
                  <a:lnTo>
                    <a:pt x="11040017" y="739887"/>
                  </a:lnTo>
                  <a:lnTo>
                    <a:pt x="11015520" y="776220"/>
                  </a:lnTo>
                  <a:lnTo>
                    <a:pt x="10979187" y="800717"/>
                  </a:lnTo>
                  <a:lnTo>
                    <a:pt x="10934694" y="8096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71500" y="4429125"/>
              <a:ext cx="11049000" cy="810260"/>
            </a:xfrm>
            <a:custGeom>
              <a:avLst/>
              <a:gdLst/>
              <a:ahLst/>
              <a:cxnLst/>
              <a:rect l="l" t="t" r="r" b="b"/>
              <a:pathLst>
                <a:path w="11049000" h="810260">
                  <a:moveTo>
                    <a:pt x="0" y="114305"/>
                  </a:moveTo>
                  <a:lnTo>
                    <a:pt x="8982" y="69812"/>
                  </a:lnTo>
                  <a:lnTo>
                    <a:pt x="33479" y="33479"/>
                  </a:lnTo>
                  <a:lnTo>
                    <a:pt x="69812" y="8982"/>
                  </a:lnTo>
                  <a:lnTo>
                    <a:pt x="114305" y="0"/>
                  </a:lnTo>
                  <a:lnTo>
                    <a:pt x="10934694" y="0"/>
                  </a:lnTo>
                  <a:lnTo>
                    <a:pt x="10978437" y="8701"/>
                  </a:lnTo>
                  <a:lnTo>
                    <a:pt x="11015520" y="33479"/>
                  </a:lnTo>
                  <a:lnTo>
                    <a:pt x="11040298" y="70562"/>
                  </a:lnTo>
                  <a:lnTo>
                    <a:pt x="11048999" y="114305"/>
                  </a:lnTo>
                  <a:lnTo>
                    <a:pt x="11048999" y="695394"/>
                  </a:lnTo>
                  <a:lnTo>
                    <a:pt x="11040017" y="739887"/>
                  </a:lnTo>
                  <a:lnTo>
                    <a:pt x="11015520" y="776220"/>
                  </a:lnTo>
                  <a:lnTo>
                    <a:pt x="10979187" y="800717"/>
                  </a:lnTo>
                  <a:lnTo>
                    <a:pt x="10934694" y="809699"/>
                  </a:lnTo>
                  <a:lnTo>
                    <a:pt x="114305" y="809699"/>
                  </a:lnTo>
                  <a:lnTo>
                    <a:pt x="69812" y="800717"/>
                  </a:lnTo>
                  <a:lnTo>
                    <a:pt x="33479" y="776220"/>
                  </a:lnTo>
                  <a:lnTo>
                    <a:pt x="8982" y="739887"/>
                  </a:lnTo>
                  <a:lnTo>
                    <a:pt x="0" y="695394"/>
                  </a:lnTo>
                  <a:lnTo>
                    <a:pt x="0" y="114305"/>
                  </a:lnTo>
                  <a:close/>
                </a:path>
              </a:pathLst>
            </a:custGeom>
            <a:ln w="9524">
              <a:solidFill>
                <a:srgbClr val="E1E7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82650" y="4607877"/>
              <a:ext cx="425450" cy="425450"/>
            </a:xfrm>
            <a:prstGeom prst="rect">
              <a:avLst/>
            </a:prstGeom>
          </p:spPr>
        </p:pic>
      </p:grpSp>
      <p:grpSp>
        <p:nvGrpSpPr>
          <p:cNvPr id="21" name="object 21"/>
          <p:cNvGrpSpPr/>
          <p:nvPr/>
        </p:nvGrpSpPr>
        <p:grpSpPr>
          <a:xfrm>
            <a:off x="566737" y="5329237"/>
            <a:ext cx="11058525" cy="819785"/>
            <a:chOff x="566737" y="5329237"/>
            <a:chExt cx="11058525" cy="819785"/>
          </a:xfrm>
        </p:grpSpPr>
        <p:sp>
          <p:nvSpPr>
            <p:cNvPr id="22" name="object 22"/>
            <p:cNvSpPr/>
            <p:nvPr/>
          </p:nvSpPr>
          <p:spPr>
            <a:xfrm>
              <a:off x="571500" y="5334000"/>
              <a:ext cx="11049000" cy="810260"/>
            </a:xfrm>
            <a:custGeom>
              <a:avLst/>
              <a:gdLst/>
              <a:ahLst/>
              <a:cxnLst/>
              <a:rect l="l" t="t" r="r" b="b"/>
              <a:pathLst>
                <a:path w="11049000" h="810260">
                  <a:moveTo>
                    <a:pt x="10934694" y="809699"/>
                  </a:moveTo>
                  <a:lnTo>
                    <a:pt x="114305" y="809699"/>
                  </a:lnTo>
                  <a:lnTo>
                    <a:pt x="69812" y="800717"/>
                  </a:lnTo>
                  <a:lnTo>
                    <a:pt x="33479" y="776220"/>
                  </a:lnTo>
                  <a:lnTo>
                    <a:pt x="8982" y="739887"/>
                  </a:lnTo>
                  <a:lnTo>
                    <a:pt x="0" y="695394"/>
                  </a:lnTo>
                  <a:lnTo>
                    <a:pt x="0" y="114305"/>
                  </a:lnTo>
                  <a:lnTo>
                    <a:pt x="8982" y="69812"/>
                  </a:lnTo>
                  <a:lnTo>
                    <a:pt x="33479" y="33479"/>
                  </a:lnTo>
                  <a:lnTo>
                    <a:pt x="69812" y="8982"/>
                  </a:lnTo>
                  <a:lnTo>
                    <a:pt x="114305" y="0"/>
                  </a:lnTo>
                  <a:lnTo>
                    <a:pt x="10934694" y="0"/>
                  </a:lnTo>
                  <a:lnTo>
                    <a:pt x="10978437" y="8701"/>
                  </a:lnTo>
                  <a:lnTo>
                    <a:pt x="11015520" y="33479"/>
                  </a:lnTo>
                  <a:lnTo>
                    <a:pt x="11040298" y="70562"/>
                  </a:lnTo>
                  <a:lnTo>
                    <a:pt x="11048999" y="114305"/>
                  </a:lnTo>
                  <a:lnTo>
                    <a:pt x="11048999" y="695394"/>
                  </a:lnTo>
                  <a:lnTo>
                    <a:pt x="11040017" y="739887"/>
                  </a:lnTo>
                  <a:lnTo>
                    <a:pt x="11015520" y="776220"/>
                  </a:lnTo>
                  <a:lnTo>
                    <a:pt x="10979187" y="800717"/>
                  </a:lnTo>
                  <a:lnTo>
                    <a:pt x="10934694" y="8096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71500" y="5334000"/>
              <a:ext cx="11049000" cy="810260"/>
            </a:xfrm>
            <a:custGeom>
              <a:avLst/>
              <a:gdLst/>
              <a:ahLst/>
              <a:cxnLst/>
              <a:rect l="l" t="t" r="r" b="b"/>
              <a:pathLst>
                <a:path w="11049000" h="810260">
                  <a:moveTo>
                    <a:pt x="0" y="114305"/>
                  </a:moveTo>
                  <a:lnTo>
                    <a:pt x="8982" y="69812"/>
                  </a:lnTo>
                  <a:lnTo>
                    <a:pt x="33479" y="33479"/>
                  </a:lnTo>
                  <a:lnTo>
                    <a:pt x="69812" y="8982"/>
                  </a:lnTo>
                  <a:lnTo>
                    <a:pt x="114305" y="0"/>
                  </a:lnTo>
                  <a:lnTo>
                    <a:pt x="10934694" y="0"/>
                  </a:lnTo>
                  <a:lnTo>
                    <a:pt x="10978437" y="8701"/>
                  </a:lnTo>
                  <a:lnTo>
                    <a:pt x="11015520" y="33479"/>
                  </a:lnTo>
                  <a:lnTo>
                    <a:pt x="11040298" y="70562"/>
                  </a:lnTo>
                  <a:lnTo>
                    <a:pt x="11048999" y="114305"/>
                  </a:lnTo>
                  <a:lnTo>
                    <a:pt x="11048999" y="695394"/>
                  </a:lnTo>
                  <a:lnTo>
                    <a:pt x="11040017" y="739887"/>
                  </a:lnTo>
                  <a:lnTo>
                    <a:pt x="11015520" y="776220"/>
                  </a:lnTo>
                  <a:lnTo>
                    <a:pt x="10979187" y="800717"/>
                  </a:lnTo>
                  <a:lnTo>
                    <a:pt x="10934694" y="809699"/>
                  </a:lnTo>
                  <a:lnTo>
                    <a:pt x="114305" y="809699"/>
                  </a:lnTo>
                  <a:lnTo>
                    <a:pt x="69812" y="800717"/>
                  </a:lnTo>
                  <a:lnTo>
                    <a:pt x="33479" y="776220"/>
                  </a:lnTo>
                  <a:lnTo>
                    <a:pt x="8982" y="739887"/>
                  </a:lnTo>
                  <a:lnTo>
                    <a:pt x="0" y="695394"/>
                  </a:lnTo>
                  <a:lnTo>
                    <a:pt x="0" y="114305"/>
                  </a:lnTo>
                  <a:close/>
                </a:path>
              </a:pathLst>
            </a:custGeom>
            <a:ln w="9524">
              <a:solidFill>
                <a:srgbClr val="E1E7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04875" y="5534977"/>
              <a:ext cx="419100" cy="361950"/>
            </a:xfrm>
            <a:prstGeom prst="rect">
              <a:avLst/>
            </a:prstGeom>
          </p:spPr>
        </p:pic>
      </p:grpSp>
      <p:sp>
        <p:nvSpPr>
          <p:cNvPr id="25" name="object 25"/>
          <p:cNvSpPr txBox="1"/>
          <p:nvPr/>
        </p:nvSpPr>
        <p:spPr>
          <a:xfrm>
            <a:off x="1674812" y="1341834"/>
            <a:ext cx="7288213" cy="455509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0820" indent="-209550">
              <a:lnSpc>
                <a:spcPct val="100000"/>
              </a:lnSpc>
              <a:spcBef>
                <a:spcPts val="100"/>
              </a:spcBef>
              <a:buSzPct val="86111"/>
              <a:buAutoNum type="arabicPeriod"/>
              <a:tabLst>
                <a:tab pos="210820" algn="l"/>
              </a:tabLst>
            </a:pPr>
            <a:endParaRPr lang="en-GB" sz="1800" spc="-10" dirty="0">
              <a:solidFill>
                <a:srgbClr val="003366"/>
              </a:solidFill>
              <a:latin typeface="Arial Black"/>
              <a:cs typeface="Arial Black"/>
            </a:endParaRPr>
          </a:p>
          <a:p>
            <a:pPr marL="210820" indent="-209550">
              <a:lnSpc>
                <a:spcPct val="100000"/>
              </a:lnSpc>
              <a:spcBef>
                <a:spcPts val="100"/>
              </a:spcBef>
              <a:buSzPct val="86111"/>
              <a:buAutoNum type="arabicPeriod"/>
              <a:tabLst>
                <a:tab pos="210820" algn="l"/>
              </a:tabLst>
            </a:pPr>
            <a:endParaRPr lang="en-GB" sz="1800" spc="-10" dirty="0">
              <a:solidFill>
                <a:srgbClr val="003366"/>
              </a:solidFill>
              <a:latin typeface="Arial Black"/>
              <a:cs typeface="Arial Black"/>
            </a:endParaRPr>
          </a:p>
          <a:p>
            <a:pPr marL="210820" indent="-209550">
              <a:lnSpc>
                <a:spcPct val="100000"/>
              </a:lnSpc>
              <a:spcBef>
                <a:spcPts val="100"/>
              </a:spcBef>
              <a:buSzPct val="86111"/>
              <a:buAutoNum type="arabicPeriod"/>
              <a:tabLst>
                <a:tab pos="210820" algn="l"/>
              </a:tabLst>
            </a:pPr>
            <a:r>
              <a:rPr sz="1800" spc="-10" dirty="0">
                <a:solidFill>
                  <a:srgbClr val="003366"/>
                </a:solidFill>
                <a:latin typeface="Arial Black"/>
                <a:cs typeface="Arial Black"/>
              </a:rPr>
              <a:t>Battery</a:t>
            </a:r>
            <a:endParaRPr sz="1800" dirty="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1400" spc="-60" dirty="0">
                <a:solidFill>
                  <a:srgbClr val="475568"/>
                </a:solidFill>
                <a:latin typeface="Lucida Sans Unicode"/>
                <a:cs typeface="Lucida Sans Unicode"/>
              </a:rPr>
              <a:t>If</a:t>
            </a:r>
            <a:r>
              <a:rPr sz="1400" spc="-30" dirty="0">
                <a:solidFill>
                  <a:srgbClr val="475568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475568"/>
                </a:solidFill>
                <a:latin typeface="Lucida Sans Unicode"/>
                <a:cs typeface="Lucida Sans Unicode"/>
              </a:rPr>
              <a:t>engine</a:t>
            </a:r>
            <a:r>
              <a:rPr sz="1400" spc="-35" dirty="0">
                <a:solidFill>
                  <a:srgbClr val="475568"/>
                </a:solidFill>
                <a:latin typeface="Lucida Sans Unicode"/>
                <a:cs typeface="Lucida Sans Unicode"/>
              </a:rPr>
              <a:t> </a:t>
            </a:r>
            <a:r>
              <a:rPr sz="1400" spc="-65" dirty="0">
                <a:solidFill>
                  <a:srgbClr val="003366"/>
                </a:solidFill>
                <a:latin typeface="Arial Black"/>
                <a:cs typeface="Arial Black"/>
              </a:rPr>
              <a:t>won't</a:t>
            </a:r>
            <a:r>
              <a:rPr sz="1400" spc="-140" dirty="0">
                <a:solidFill>
                  <a:srgbClr val="003366"/>
                </a:solidFill>
                <a:latin typeface="Arial Black"/>
                <a:cs typeface="Arial Black"/>
              </a:rPr>
              <a:t> </a:t>
            </a:r>
            <a:r>
              <a:rPr sz="1400" spc="-50" dirty="0">
                <a:solidFill>
                  <a:srgbClr val="003366"/>
                </a:solidFill>
                <a:latin typeface="Arial Black"/>
                <a:cs typeface="Arial Black"/>
              </a:rPr>
              <a:t>start</a:t>
            </a:r>
            <a:r>
              <a:rPr sz="1400" spc="-60" dirty="0">
                <a:solidFill>
                  <a:srgbClr val="003366"/>
                </a:solidFill>
                <a:latin typeface="Arial Black"/>
                <a:cs typeface="Arial Black"/>
              </a:rPr>
              <a:t> </a:t>
            </a:r>
            <a:r>
              <a:rPr sz="1400" spc="80" dirty="0">
                <a:solidFill>
                  <a:srgbClr val="475568"/>
                </a:solidFill>
                <a:latin typeface="Lucida Sans Unicode"/>
                <a:cs typeface="Lucida Sans Unicode"/>
              </a:rPr>
              <a:t>and</a:t>
            </a:r>
            <a:r>
              <a:rPr sz="1400" spc="-25" dirty="0">
                <a:solidFill>
                  <a:srgbClr val="475568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475568"/>
                </a:solidFill>
                <a:latin typeface="Lucida Sans Unicode"/>
                <a:cs typeface="Lucida Sans Unicode"/>
              </a:rPr>
              <a:t>lights</a:t>
            </a:r>
            <a:r>
              <a:rPr sz="1400" spc="-30" dirty="0">
                <a:solidFill>
                  <a:srgbClr val="475568"/>
                </a:solidFill>
                <a:latin typeface="Lucida Sans Unicode"/>
                <a:cs typeface="Lucida Sans Unicode"/>
              </a:rPr>
              <a:t> </a:t>
            </a:r>
            <a:r>
              <a:rPr sz="1400" spc="60" dirty="0">
                <a:solidFill>
                  <a:srgbClr val="475568"/>
                </a:solidFill>
                <a:latin typeface="Lucida Sans Unicode"/>
                <a:cs typeface="Lucida Sans Unicode"/>
              </a:rPr>
              <a:t>are</a:t>
            </a:r>
            <a:r>
              <a:rPr sz="1400" spc="-30" dirty="0">
                <a:solidFill>
                  <a:srgbClr val="475568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003366"/>
                </a:solidFill>
                <a:latin typeface="Arial Black"/>
                <a:cs typeface="Arial Black"/>
              </a:rPr>
              <a:t>dim</a:t>
            </a:r>
            <a:r>
              <a:rPr sz="1400" spc="-20" dirty="0">
                <a:solidFill>
                  <a:srgbClr val="475568"/>
                </a:solidFill>
                <a:latin typeface="Lucida Sans Unicode"/>
                <a:cs typeface="Lucida Sans Unicode"/>
              </a:rPr>
              <a:t>.</a:t>
            </a:r>
            <a:endParaRPr sz="1400" dirty="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1100"/>
              </a:spcBef>
            </a:pPr>
            <a:endParaRPr lang="en-US" sz="1400" dirty="0">
              <a:latin typeface="Lucida Sans Unicode"/>
              <a:cs typeface="Lucida Sans Unicode"/>
            </a:endParaRPr>
          </a:p>
          <a:p>
            <a:pPr marL="255904" indent="-243204">
              <a:lnSpc>
                <a:spcPct val="100000"/>
              </a:lnSpc>
              <a:buSzPct val="86111"/>
              <a:buAutoNum type="arabicPeriod" startAt="2"/>
              <a:tabLst>
                <a:tab pos="255904" algn="l"/>
              </a:tabLst>
            </a:pPr>
            <a:r>
              <a:rPr sz="1800" spc="-65" dirty="0">
                <a:solidFill>
                  <a:srgbClr val="003366"/>
                </a:solidFill>
                <a:latin typeface="Arial Black"/>
                <a:cs typeface="Arial Black"/>
              </a:rPr>
              <a:t>Spark</a:t>
            </a:r>
            <a:r>
              <a:rPr sz="1800" spc="-190" dirty="0">
                <a:solidFill>
                  <a:srgbClr val="003366"/>
                </a:solidFill>
                <a:latin typeface="Arial Black"/>
                <a:cs typeface="Arial Black"/>
              </a:rPr>
              <a:t> </a:t>
            </a:r>
            <a:r>
              <a:rPr sz="1800" spc="-10" dirty="0">
                <a:solidFill>
                  <a:srgbClr val="003366"/>
                </a:solidFill>
                <a:latin typeface="Arial Black"/>
                <a:cs typeface="Arial Black"/>
              </a:rPr>
              <a:t>Plugs</a:t>
            </a:r>
            <a:endParaRPr sz="1800" dirty="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400" spc="-60" dirty="0">
                <a:solidFill>
                  <a:srgbClr val="475568"/>
                </a:solidFill>
                <a:latin typeface="Lucida Sans Unicode"/>
                <a:cs typeface="Lucida Sans Unicode"/>
              </a:rPr>
              <a:t>If</a:t>
            </a:r>
            <a:r>
              <a:rPr sz="1400" spc="-10" dirty="0">
                <a:solidFill>
                  <a:srgbClr val="475568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475568"/>
                </a:solidFill>
                <a:latin typeface="Lucida Sans Unicode"/>
                <a:cs typeface="Lucida Sans Unicode"/>
              </a:rPr>
              <a:t>engine</a:t>
            </a:r>
            <a:r>
              <a:rPr sz="1400" spc="-15" dirty="0">
                <a:solidFill>
                  <a:srgbClr val="475568"/>
                </a:solidFill>
                <a:latin typeface="Lucida Sans Unicode"/>
                <a:cs typeface="Lucida Sans Unicode"/>
              </a:rPr>
              <a:t> </a:t>
            </a:r>
            <a:r>
              <a:rPr sz="1400" spc="-45" dirty="0">
                <a:solidFill>
                  <a:srgbClr val="003366"/>
                </a:solidFill>
                <a:latin typeface="Arial Black"/>
                <a:cs typeface="Arial Black"/>
              </a:rPr>
              <a:t>misfires</a:t>
            </a:r>
            <a:r>
              <a:rPr sz="1400" spc="-40" dirty="0">
                <a:solidFill>
                  <a:srgbClr val="003366"/>
                </a:solidFill>
                <a:latin typeface="Arial Black"/>
                <a:cs typeface="Arial Black"/>
              </a:rPr>
              <a:t> </a:t>
            </a:r>
            <a:r>
              <a:rPr sz="1400" spc="80" dirty="0">
                <a:solidFill>
                  <a:srgbClr val="475568"/>
                </a:solidFill>
                <a:latin typeface="Lucida Sans Unicode"/>
                <a:cs typeface="Lucida Sans Unicode"/>
              </a:rPr>
              <a:t>and</a:t>
            </a:r>
            <a:r>
              <a:rPr sz="1400" spc="-15" dirty="0">
                <a:solidFill>
                  <a:srgbClr val="475568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003366"/>
                </a:solidFill>
                <a:latin typeface="Arial Black"/>
                <a:cs typeface="Arial Black"/>
              </a:rPr>
              <a:t>high</a:t>
            </a:r>
            <a:r>
              <a:rPr sz="1400" spc="-125" dirty="0">
                <a:solidFill>
                  <a:srgbClr val="003366"/>
                </a:solidFill>
                <a:latin typeface="Arial Black"/>
                <a:cs typeface="Arial Black"/>
              </a:rPr>
              <a:t> </a:t>
            </a:r>
            <a:r>
              <a:rPr sz="1400" spc="-50" dirty="0">
                <a:solidFill>
                  <a:srgbClr val="003366"/>
                </a:solidFill>
                <a:latin typeface="Arial Black"/>
                <a:cs typeface="Arial Black"/>
              </a:rPr>
              <a:t>fuel</a:t>
            </a:r>
            <a:r>
              <a:rPr sz="1400" spc="-130" dirty="0">
                <a:solidFill>
                  <a:srgbClr val="003366"/>
                </a:solidFill>
                <a:latin typeface="Arial Black"/>
                <a:cs typeface="Arial Black"/>
              </a:rPr>
              <a:t> </a:t>
            </a:r>
            <a:r>
              <a:rPr sz="1400" spc="-10" dirty="0">
                <a:solidFill>
                  <a:srgbClr val="003366"/>
                </a:solidFill>
                <a:latin typeface="Arial Black"/>
                <a:cs typeface="Arial Black"/>
              </a:rPr>
              <a:t>consumption</a:t>
            </a:r>
            <a:r>
              <a:rPr sz="1400" spc="-10" dirty="0">
                <a:solidFill>
                  <a:srgbClr val="475568"/>
                </a:solidFill>
                <a:latin typeface="Lucida Sans Unicode"/>
                <a:cs typeface="Lucida Sans Unicode"/>
              </a:rPr>
              <a:t>.</a:t>
            </a:r>
            <a:endParaRPr sz="1400" dirty="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1100"/>
              </a:spcBef>
            </a:pPr>
            <a:endParaRPr sz="1400" dirty="0">
              <a:latin typeface="Lucida Sans Unicode"/>
              <a:cs typeface="Lucida Sans Unicode"/>
            </a:endParaRPr>
          </a:p>
          <a:p>
            <a:pPr marL="263525" indent="-250825">
              <a:lnSpc>
                <a:spcPct val="100000"/>
              </a:lnSpc>
              <a:buSzPct val="86111"/>
              <a:buAutoNum type="arabicPeriod" startAt="3"/>
              <a:tabLst>
                <a:tab pos="263525" algn="l"/>
              </a:tabLst>
            </a:pPr>
            <a:r>
              <a:rPr sz="1800" spc="-10" dirty="0">
                <a:solidFill>
                  <a:srgbClr val="003366"/>
                </a:solidFill>
                <a:latin typeface="Arial Black"/>
                <a:cs typeface="Arial Black"/>
              </a:rPr>
              <a:t>Radiator</a:t>
            </a:r>
            <a:endParaRPr sz="1800" dirty="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1400" spc="-60" dirty="0">
                <a:solidFill>
                  <a:srgbClr val="475568"/>
                </a:solidFill>
                <a:latin typeface="Lucida Sans Unicode"/>
                <a:cs typeface="Lucida Sans Unicode"/>
              </a:rPr>
              <a:t>If</a:t>
            </a:r>
            <a:r>
              <a:rPr sz="1400" spc="-50" dirty="0">
                <a:solidFill>
                  <a:srgbClr val="475568"/>
                </a:solidFill>
                <a:latin typeface="Lucida Sans Unicode"/>
                <a:cs typeface="Lucida Sans Unicode"/>
              </a:rPr>
              <a:t> </a:t>
            </a:r>
            <a:r>
              <a:rPr sz="1400" spc="80" dirty="0">
                <a:solidFill>
                  <a:srgbClr val="475568"/>
                </a:solidFill>
                <a:latin typeface="Lucida Sans Unicode"/>
                <a:cs typeface="Lucida Sans Unicode"/>
              </a:rPr>
              <a:t>car</a:t>
            </a:r>
            <a:r>
              <a:rPr sz="1400" spc="-45" dirty="0">
                <a:solidFill>
                  <a:srgbClr val="475568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475568"/>
                </a:solidFill>
                <a:latin typeface="Lucida Sans Unicode"/>
                <a:cs typeface="Lucida Sans Unicode"/>
              </a:rPr>
              <a:t>is</a:t>
            </a:r>
            <a:r>
              <a:rPr sz="1400" spc="-50" dirty="0">
                <a:solidFill>
                  <a:srgbClr val="475568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003366"/>
                </a:solidFill>
                <a:latin typeface="Arial Black"/>
                <a:cs typeface="Arial Black"/>
              </a:rPr>
              <a:t>overheating</a:t>
            </a:r>
            <a:r>
              <a:rPr sz="1400" spc="-75" dirty="0">
                <a:solidFill>
                  <a:srgbClr val="003366"/>
                </a:solidFill>
                <a:latin typeface="Arial Black"/>
                <a:cs typeface="Arial Black"/>
              </a:rPr>
              <a:t> </a:t>
            </a:r>
            <a:r>
              <a:rPr sz="1400" spc="80" dirty="0">
                <a:solidFill>
                  <a:srgbClr val="475568"/>
                </a:solidFill>
                <a:latin typeface="Lucida Sans Unicode"/>
                <a:cs typeface="Lucida Sans Unicode"/>
              </a:rPr>
              <a:t>and</a:t>
            </a:r>
            <a:r>
              <a:rPr lang="en-GB" sz="1400" spc="80" dirty="0">
                <a:solidFill>
                  <a:srgbClr val="475568"/>
                </a:solidFill>
                <a:latin typeface="Lucida Sans Unicode"/>
                <a:cs typeface="Lucida Sans Unicode"/>
              </a:rPr>
              <a:t> </a:t>
            </a:r>
            <a:r>
              <a:rPr sz="1400" spc="-40" dirty="0">
                <a:solidFill>
                  <a:srgbClr val="003366"/>
                </a:solidFill>
                <a:latin typeface="Arial Black"/>
                <a:cs typeface="Arial Black"/>
              </a:rPr>
              <a:t>leaking</a:t>
            </a:r>
            <a:r>
              <a:rPr sz="1400" spc="-155" dirty="0">
                <a:solidFill>
                  <a:srgbClr val="003366"/>
                </a:solidFill>
                <a:latin typeface="Arial Black"/>
                <a:cs typeface="Arial Black"/>
              </a:rPr>
              <a:t> </a:t>
            </a:r>
            <a:r>
              <a:rPr sz="1400" spc="-10" dirty="0">
                <a:solidFill>
                  <a:srgbClr val="003366"/>
                </a:solidFill>
                <a:latin typeface="Arial Black"/>
                <a:cs typeface="Arial Black"/>
              </a:rPr>
              <a:t>coolant</a:t>
            </a:r>
            <a:r>
              <a:rPr sz="1400" spc="-10" dirty="0">
                <a:solidFill>
                  <a:srgbClr val="475568"/>
                </a:solidFill>
                <a:latin typeface="Lucida Sans Unicode"/>
                <a:cs typeface="Lucida Sans Unicode"/>
              </a:rPr>
              <a:t>.</a:t>
            </a:r>
            <a:endParaRPr sz="1400" dirty="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1105"/>
              </a:spcBef>
            </a:pPr>
            <a:endParaRPr sz="1400" dirty="0">
              <a:latin typeface="Lucida Sans Unicode"/>
              <a:cs typeface="Lucida Sans Unicode"/>
            </a:endParaRPr>
          </a:p>
          <a:p>
            <a:pPr marL="280035" indent="-267335">
              <a:lnSpc>
                <a:spcPct val="100000"/>
              </a:lnSpc>
              <a:buSzPct val="86111"/>
              <a:buAutoNum type="arabicPeriod" startAt="4"/>
              <a:tabLst>
                <a:tab pos="280035" algn="l"/>
              </a:tabLst>
            </a:pPr>
            <a:r>
              <a:rPr sz="1800" spc="-90" dirty="0">
                <a:solidFill>
                  <a:srgbClr val="003366"/>
                </a:solidFill>
                <a:latin typeface="Arial Black"/>
                <a:cs typeface="Arial Black"/>
              </a:rPr>
              <a:t>Brake</a:t>
            </a:r>
            <a:r>
              <a:rPr sz="1800" spc="-180" dirty="0">
                <a:solidFill>
                  <a:srgbClr val="003366"/>
                </a:solidFill>
                <a:latin typeface="Arial Black"/>
                <a:cs typeface="Arial Black"/>
              </a:rPr>
              <a:t> </a:t>
            </a:r>
            <a:r>
              <a:rPr sz="1800" spc="-20" dirty="0">
                <a:solidFill>
                  <a:srgbClr val="003366"/>
                </a:solidFill>
                <a:latin typeface="Arial Black"/>
                <a:cs typeface="Arial Black"/>
              </a:rPr>
              <a:t>Pads</a:t>
            </a:r>
            <a:endParaRPr sz="1800" dirty="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1400" spc="-60" dirty="0">
                <a:solidFill>
                  <a:srgbClr val="475568"/>
                </a:solidFill>
                <a:latin typeface="Lucida Sans Unicode"/>
                <a:cs typeface="Lucida Sans Unicode"/>
              </a:rPr>
              <a:t>If</a:t>
            </a:r>
            <a:r>
              <a:rPr sz="1400" spc="-35" dirty="0">
                <a:solidFill>
                  <a:srgbClr val="475568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003366"/>
                </a:solidFill>
                <a:latin typeface="Arial Black"/>
                <a:cs typeface="Arial Black"/>
              </a:rPr>
              <a:t>squealing</a:t>
            </a:r>
            <a:r>
              <a:rPr sz="1400" spc="-150" dirty="0">
                <a:solidFill>
                  <a:srgbClr val="003366"/>
                </a:solidFill>
                <a:latin typeface="Arial Black"/>
                <a:cs typeface="Arial Black"/>
              </a:rPr>
              <a:t> </a:t>
            </a:r>
            <a:r>
              <a:rPr sz="1400" spc="-50" dirty="0">
                <a:solidFill>
                  <a:srgbClr val="003366"/>
                </a:solidFill>
                <a:latin typeface="Arial Black"/>
                <a:cs typeface="Arial Black"/>
              </a:rPr>
              <a:t>brakes</a:t>
            </a:r>
            <a:r>
              <a:rPr sz="1400" spc="-70" dirty="0">
                <a:solidFill>
                  <a:srgbClr val="003366"/>
                </a:solidFill>
                <a:latin typeface="Arial Black"/>
                <a:cs typeface="Arial Black"/>
              </a:rPr>
              <a:t> </a:t>
            </a:r>
            <a:r>
              <a:rPr sz="1400" spc="80" dirty="0">
                <a:solidFill>
                  <a:srgbClr val="475568"/>
                </a:solidFill>
                <a:latin typeface="Lucida Sans Unicode"/>
                <a:cs typeface="Lucida Sans Unicode"/>
              </a:rPr>
              <a:t>and</a:t>
            </a:r>
            <a:r>
              <a:rPr sz="1400" spc="-35" dirty="0">
                <a:solidFill>
                  <a:srgbClr val="475568"/>
                </a:solidFill>
                <a:latin typeface="Lucida Sans Unicode"/>
                <a:cs typeface="Lucida Sans Unicode"/>
              </a:rPr>
              <a:t> </a:t>
            </a:r>
            <a:r>
              <a:rPr sz="1400" spc="-40" dirty="0">
                <a:solidFill>
                  <a:srgbClr val="003366"/>
                </a:solidFill>
                <a:latin typeface="Arial Black"/>
                <a:cs typeface="Arial Black"/>
              </a:rPr>
              <a:t>poor</a:t>
            </a:r>
            <a:r>
              <a:rPr sz="1400" spc="-150" dirty="0">
                <a:solidFill>
                  <a:srgbClr val="003366"/>
                </a:solidFill>
                <a:latin typeface="Arial Black"/>
                <a:cs typeface="Arial Black"/>
              </a:rPr>
              <a:t> </a:t>
            </a:r>
            <a:r>
              <a:rPr sz="1400" spc="-25" dirty="0">
                <a:solidFill>
                  <a:srgbClr val="003366"/>
                </a:solidFill>
                <a:latin typeface="Arial Black"/>
                <a:cs typeface="Arial Black"/>
              </a:rPr>
              <a:t>braking</a:t>
            </a:r>
            <a:r>
              <a:rPr sz="1400" spc="-145" dirty="0">
                <a:solidFill>
                  <a:srgbClr val="003366"/>
                </a:solidFill>
                <a:latin typeface="Arial Black"/>
                <a:cs typeface="Arial Black"/>
              </a:rPr>
              <a:t> </a:t>
            </a:r>
            <a:r>
              <a:rPr sz="1400" spc="-25" dirty="0">
                <a:solidFill>
                  <a:srgbClr val="003366"/>
                </a:solidFill>
                <a:latin typeface="Arial Black"/>
                <a:cs typeface="Arial Black"/>
              </a:rPr>
              <a:t>performance</a:t>
            </a:r>
            <a:r>
              <a:rPr sz="1400" spc="-25" dirty="0">
                <a:solidFill>
                  <a:srgbClr val="475568"/>
                </a:solidFill>
                <a:latin typeface="Lucida Sans Unicode"/>
                <a:cs typeface="Lucida Sans Unicode"/>
              </a:rPr>
              <a:t>.</a:t>
            </a:r>
            <a:endParaRPr lang="en-GB" sz="1400" spc="-25" dirty="0">
              <a:solidFill>
                <a:srgbClr val="475568"/>
              </a:solidFill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30"/>
              </a:spcBef>
            </a:pPr>
            <a:endParaRPr lang="en-US" sz="1400" spc="-25" dirty="0">
              <a:solidFill>
                <a:srgbClr val="475568"/>
              </a:solidFill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30"/>
              </a:spcBef>
            </a:pPr>
            <a:endParaRPr sz="1400" dirty="0">
              <a:latin typeface="Lucida Sans Unicode"/>
              <a:cs typeface="Lucida Sans Unicode"/>
            </a:endParaRPr>
          </a:p>
          <a:p>
            <a:pPr marL="273685" indent="-260985">
              <a:lnSpc>
                <a:spcPct val="100000"/>
              </a:lnSpc>
              <a:spcBef>
                <a:spcPts val="5"/>
              </a:spcBef>
              <a:buSzPct val="86111"/>
              <a:buAutoNum type="arabicPeriod" startAt="5"/>
              <a:tabLst>
                <a:tab pos="273685" algn="l"/>
              </a:tabLst>
            </a:pPr>
            <a:r>
              <a:rPr sz="1800" spc="-95" dirty="0">
                <a:solidFill>
                  <a:srgbClr val="003366"/>
                </a:solidFill>
                <a:latin typeface="Arial Black"/>
                <a:cs typeface="Arial Black"/>
              </a:rPr>
              <a:t>Flat</a:t>
            </a:r>
            <a:r>
              <a:rPr sz="1800" spc="-185" dirty="0">
                <a:solidFill>
                  <a:srgbClr val="003366"/>
                </a:solidFill>
                <a:latin typeface="Arial Black"/>
                <a:cs typeface="Arial Black"/>
              </a:rPr>
              <a:t> </a:t>
            </a:r>
            <a:r>
              <a:rPr sz="1800" spc="-20" dirty="0">
                <a:solidFill>
                  <a:srgbClr val="003366"/>
                </a:solidFill>
                <a:latin typeface="Arial Black"/>
                <a:cs typeface="Arial Black"/>
              </a:rPr>
              <a:t>Tire</a:t>
            </a:r>
            <a:endParaRPr sz="1800" dirty="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1400" spc="-60" dirty="0">
                <a:solidFill>
                  <a:srgbClr val="475568"/>
                </a:solidFill>
                <a:latin typeface="Lucida Sans Unicode"/>
                <a:cs typeface="Lucida Sans Unicode"/>
              </a:rPr>
              <a:t>If</a:t>
            </a:r>
            <a:r>
              <a:rPr sz="1400" spc="-45" dirty="0">
                <a:solidFill>
                  <a:srgbClr val="475568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003366"/>
                </a:solidFill>
                <a:latin typeface="Arial Black"/>
                <a:cs typeface="Arial Black"/>
              </a:rPr>
              <a:t>flapping</a:t>
            </a:r>
            <a:r>
              <a:rPr sz="1400" spc="-150" dirty="0">
                <a:solidFill>
                  <a:srgbClr val="003366"/>
                </a:solidFill>
                <a:latin typeface="Arial Black"/>
                <a:cs typeface="Arial Black"/>
              </a:rPr>
              <a:t> </a:t>
            </a:r>
            <a:r>
              <a:rPr sz="1400" spc="-55" dirty="0">
                <a:solidFill>
                  <a:srgbClr val="003366"/>
                </a:solidFill>
                <a:latin typeface="Arial Black"/>
                <a:cs typeface="Arial Black"/>
              </a:rPr>
              <a:t>noise</a:t>
            </a:r>
            <a:r>
              <a:rPr sz="1400" spc="-70" dirty="0">
                <a:solidFill>
                  <a:srgbClr val="003366"/>
                </a:solidFill>
                <a:latin typeface="Arial Black"/>
                <a:cs typeface="Arial Black"/>
              </a:rPr>
              <a:t> </a:t>
            </a:r>
            <a:r>
              <a:rPr sz="1400" spc="80" dirty="0">
                <a:solidFill>
                  <a:srgbClr val="475568"/>
                </a:solidFill>
                <a:latin typeface="Lucida Sans Unicode"/>
                <a:cs typeface="Lucida Sans Unicode"/>
              </a:rPr>
              <a:t>and</a:t>
            </a:r>
            <a:r>
              <a:rPr sz="1400" spc="-40" dirty="0">
                <a:solidFill>
                  <a:srgbClr val="475568"/>
                </a:solidFill>
                <a:latin typeface="Lucida Sans Unicode"/>
                <a:cs typeface="Lucida Sans Unicode"/>
              </a:rPr>
              <a:t> </a:t>
            </a:r>
            <a:r>
              <a:rPr sz="1400" spc="80" dirty="0">
                <a:solidFill>
                  <a:srgbClr val="475568"/>
                </a:solidFill>
                <a:latin typeface="Lucida Sans Unicode"/>
                <a:cs typeface="Lucida Sans Unicode"/>
              </a:rPr>
              <a:t>car</a:t>
            </a:r>
            <a:r>
              <a:rPr sz="1400" spc="-45" dirty="0">
                <a:solidFill>
                  <a:srgbClr val="475568"/>
                </a:solidFill>
                <a:latin typeface="Lucida Sans Unicode"/>
                <a:cs typeface="Lucida Sans Unicode"/>
              </a:rPr>
              <a:t> </a:t>
            </a:r>
            <a:r>
              <a:rPr sz="1400" spc="-45" dirty="0">
                <a:solidFill>
                  <a:srgbClr val="003366"/>
                </a:solidFill>
                <a:latin typeface="Arial Black"/>
                <a:cs typeface="Arial Black"/>
              </a:rPr>
              <a:t>pulls</a:t>
            </a:r>
            <a:r>
              <a:rPr sz="1400" spc="-155" dirty="0">
                <a:solidFill>
                  <a:srgbClr val="003366"/>
                </a:solidFill>
                <a:latin typeface="Arial Black"/>
                <a:cs typeface="Arial Black"/>
              </a:rPr>
              <a:t> </a:t>
            </a:r>
            <a:r>
              <a:rPr sz="1400" spc="-60" dirty="0">
                <a:solidFill>
                  <a:srgbClr val="003366"/>
                </a:solidFill>
                <a:latin typeface="Arial Black"/>
                <a:cs typeface="Arial Black"/>
              </a:rPr>
              <a:t>to</a:t>
            </a:r>
            <a:r>
              <a:rPr sz="1400" spc="-150" dirty="0">
                <a:solidFill>
                  <a:srgbClr val="003366"/>
                </a:solidFill>
                <a:latin typeface="Arial Black"/>
                <a:cs typeface="Arial Black"/>
              </a:rPr>
              <a:t> </a:t>
            </a:r>
            <a:r>
              <a:rPr sz="1400" spc="-10" dirty="0">
                <a:solidFill>
                  <a:srgbClr val="003366"/>
                </a:solidFill>
                <a:latin typeface="Arial Black"/>
                <a:cs typeface="Arial Black"/>
              </a:rPr>
              <a:t>side</a:t>
            </a:r>
            <a:r>
              <a:rPr sz="1400" spc="-10" dirty="0">
                <a:solidFill>
                  <a:srgbClr val="475568"/>
                </a:solidFill>
                <a:latin typeface="Lucida Sans Unicode"/>
                <a:cs typeface="Lucida Sans Unicode"/>
              </a:rPr>
              <a:t>.</a:t>
            </a:r>
            <a:endParaRPr sz="1400" dirty="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05" dirty="0"/>
              <a:t>Diagnostic</a:t>
            </a:r>
            <a:r>
              <a:rPr sz="3600" spc="-370" dirty="0"/>
              <a:t> </a:t>
            </a:r>
            <a:r>
              <a:rPr sz="3600" spc="-155" dirty="0"/>
              <a:t>Knowledge</a:t>
            </a:r>
            <a:r>
              <a:rPr sz="3600" spc="-370" dirty="0"/>
              <a:t> </a:t>
            </a:r>
            <a:r>
              <a:rPr sz="3600" spc="-204" dirty="0"/>
              <a:t>Base</a:t>
            </a:r>
            <a:r>
              <a:rPr sz="3600" spc="-370" dirty="0"/>
              <a:t> </a:t>
            </a:r>
            <a:r>
              <a:rPr sz="3600" dirty="0"/>
              <a:t>(6-</a:t>
            </a:r>
            <a:r>
              <a:rPr sz="3600" spc="-25" dirty="0"/>
              <a:t>10)</a:t>
            </a:r>
            <a:endParaRPr sz="3600"/>
          </a:p>
        </p:txBody>
      </p:sp>
      <p:sp>
        <p:nvSpPr>
          <p:cNvPr id="4" name="object 4"/>
          <p:cNvSpPr/>
          <p:nvPr/>
        </p:nvSpPr>
        <p:spPr>
          <a:xfrm>
            <a:off x="571500" y="1266825"/>
            <a:ext cx="11049000" cy="28575"/>
          </a:xfrm>
          <a:custGeom>
            <a:avLst/>
            <a:gdLst/>
            <a:ahLst/>
            <a:cxnLst/>
            <a:rect l="l" t="t" r="r" b="b"/>
            <a:pathLst>
              <a:path w="11049000" h="28575">
                <a:moveTo>
                  <a:pt x="11048999" y="28499"/>
                </a:moveTo>
                <a:lnTo>
                  <a:pt x="0" y="28499"/>
                </a:lnTo>
                <a:lnTo>
                  <a:pt x="0" y="0"/>
                </a:lnTo>
                <a:lnTo>
                  <a:pt x="11048999" y="0"/>
                </a:lnTo>
                <a:lnTo>
                  <a:pt x="11048999" y="28499"/>
                </a:lnTo>
                <a:close/>
              </a:path>
            </a:pathLst>
          </a:custGeom>
          <a:solidFill>
            <a:srgbClr val="D4AE3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566737" y="1709737"/>
            <a:ext cx="11058525" cy="819785"/>
            <a:chOff x="566737" y="1709737"/>
            <a:chExt cx="11058525" cy="819785"/>
          </a:xfrm>
        </p:grpSpPr>
        <p:sp>
          <p:nvSpPr>
            <p:cNvPr id="6" name="object 6"/>
            <p:cNvSpPr/>
            <p:nvPr/>
          </p:nvSpPr>
          <p:spPr>
            <a:xfrm>
              <a:off x="571500" y="1714500"/>
              <a:ext cx="11049000" cy="810260"/>
            </a:xfrm>
            <a:custGeom>
              <a:avLst/>
              <a:gdLst/>
              <a:ahLst/>
              <a:cxnLst/>
              <a:rect l="l" t="t" r="r" b="b"/>
              <a:pathLst>
                <a:path w="11049000" h="810260">
                  <a:moveTo>
                    <a:pt x="10934694" y="809699"/>
                  </a:moveTo>
                  <a:lnTo>
                    <a:pt x="114305" y="809699"/>
                  </a:lnTo>
                  <a:lnTo>
                    <a:pt x="69812" y="800717"/>
                  </a:lnTo>
                  <a:lnTo>
                    <a:pt x="33479" y="776220"/>
                  </a:lnTo>
                  <a:lnTo>
                    <a:pt x="8982" y="739887"/>
                  </a:lnTo>
                  <a:lnTo>
                    <a:pt x="0" y="695394"/>
                  </a:lnTo>
                  <a:lnTo>
                    <a:pt x="0" y="114305"/>
                  </a:lnTo>
                  <a:lnTo>
                    <a:pt x="8982" y="69812"/>
                  </a:lnTo>
                  <a:lnTo>
                    <a:pt x="33479" y="33479"/>
                  </a:lnTo>
                  <a:lnTo>
                    <a:pt x="69812" y="8982"/>
                  </a:lnTo>
                  <a:lnTo>
                    <a:pt x="114305" y="0"/>
                  </a:lnTo>
                  <a:lnTo>
                    <a:pt x="10934694" y="0"/>
                  </a:lnTo>
                  <a:lnTo>
                    <a:pt x="10978437" y="8700"/>
                  </a:lnTo>
                  <a:lnTo>
                    <a:pt x="11015520" y="33479"/>
                  </a:lnTo>
                  <a:lnTo>
                    <a:pt x="11040298" y="70562"/>
                  </a:lnTo>
                  <a:lnTo>
                    <a:pt x="11048999" y="114305"/>
                  </a:lnTo>
                  <a:lnTo>
                    <a:pt x="11048999" y="695394"/>
                  </a:lnTo>
                  <a:lnTo>
                    <a:pt x="11040017" y="739887"/>
                  </a:lnTo>
                  <a:lnTo>
                    <a:pt x="11015520" y="776220"/>
                  </a:lnTo>
                  <a:lnTo>
                    <a:pt x="10979187" y="800717"/>
                  </a:lnTo>
                  <a:lnTo>
                    <a:pt x="10934694" y="8096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71500" y="1714500"/>
              <a:ext cx="11049000" cy="810260"/>
            </a:xfrm>
            <a:custGeom>
              <a:avLst/>
              <a:gdLst/>
              <a:ahLst/>
              <a:cxnLst/>
              <a:rect l="l" t="t" r="r" b="b"/>
              <a:pathLst>
                <a:path w="11049000" h="810260">
                  <a:moveTo>
                    <a:pt x="0" y="114305"/>
                  </a:moveTo>
                  <a:lnTo>
                    <a:pt x="8982" y="69812"/>
                  </a:lnTo>
                  <a:lnTo>
                    <a:pt x="33479" y="33479"/>
                  </a:lnTo>
                  <a:lnTo>
                    <a:pt x="69812" y="8982"/>
                  </a:lnTo>
                  <a:lnTo>
                    <a:pt x="114305" y="0"/>
                  </a:lnTo>
                  <a:lnTo>
                    <a:pt x="10934694" y="0"/>
                  </a:lnTo>
                  <a:lnTo>
                    <a:pt x="10978437" y="8700"/>
                  </a:lnTo>
                  <a:lnTo>
                    <a:pt x="11015520" y="33479"/>
                  </a:lnTo>
                  <a:lnTo>
                    <a:pt x="11040298" y="70562"/>
                  </a:lnTo>
                  <a:lnTo>
                    <a:pt x="11048999" y="114305"/>
                  </a:lnTo>
                  <a:lnTo>
                    <a:pt x="11048999" y="695394"/>
                  </a:lnTo>
                  <a:lnTo>
                    <a:pt x="11040017" y="739887"/>
                  </a:lnTo>
                  <a:lnTo>
                    <a:pt x="11015520" y="776220"/>
                  </a:lnTo>
                  <a:lnTo>
                    <a:pt x="10979187" y="800717"/>
                  </a:lnTo>
                  <a:lnTo>
                    <a:pt x="10934694" y="809699"/>
                  </a:lnTo>
                  <a:lnTo>
                    <a:pt x="114305" y="809699"/>
                  </a:lnTo>
                  <a:lnTo>
                    <a:pt x="69812" y="800717"/>
                  </a:lnTo>
                  <a:lnTo>
                    <a:pt x="33479" y="776220"/>
                  </a:lnTo>
                  <a:lnTo>
                    <a:pt x="8982" y="739887"/>
                  </a:lnTo>
                  <a:lnTo>
                    <a:pt x="0" y="695394"/>
                  </a:lnTo>
                  <a:lnTo>
                    <a:pt x="0" y="114305"/>
                  </a:lnTo>
                  <a:close/>
                </a:path>
              </a:pathLst>
            </a:custGeom>
            <a:ln w="9524">
              <a:solidFill>
                <a:srgbClr val="E1E7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39800" y="1934527"/>
              <a:ext cx="317500" cy="342900"/>
            </a:xfrm>
            <a:prstGeom prst="rect">
              <a:avLst/>
            </a:prstGeom>
          </p:spPr>
        </p:pic>
      </p:grpSp>
      <p:grpSp>
        <p:nvGrpSpPr>
          <p:cNvPr id="9" name="object 9"/>
          <p:cNvGrpSpPr/>
          <p:nvPr/>
        </p:nvGrpSpPr>
        <p:grpSpPr>
          <a:xfrm>
            <a:off x="566737" y="2614612"/>
            <a:ext cx="11058525" cy="819785"/>
            <a:chOff x="566737" y="2614612"/>
            <a:chExt cx="11058525" cy="819785"/>
          </a:xfrm>
        </p:grpSpPr>
        <p:sp>
          <p:nvSpPr>
            <p:cNvPr id="10" name="object 10"/>
            <p:cNvSpPr/>
            <p:nvPr/>
          </p:nvSpPr>
          <p:spPr>
            <a:xfrm>
              <a:off x="571500" y="2619375"/>
              <a:ext cx="11049000" cy="810260"/>
            </a:xfrm>
            <a:custGeom>
              <a:avLst/>
              <a:gdLst/>
              <a:ahLst/>
              <a:cxnLst/>
              <a:rect l="l" t="t" r="r" b="b"/>
              <a:pathLst>
                <a:path w="11049000" h="810260">
                  <a:moveTo>
                    <a:pt x="10934694" y="809699"/>
                  </a:moveTo>
                  <a:lnTo>
                    <a:pt x="114305" y="809699"/>
                  </a:lnTo>
                  <a:lnTo>
                    <a:pt x="69812" y="800717"/>
                  </a:lnTo>
                  <a:lnTo>
                    <a:pt x="33479" y="776220"/>
                  </a:lnTo>
                  <a:lnTo>
                    <a:pt x="8982" y="739887"/>
                  </a:lnTo>
                  <a:lnTo>
                    <a:pt x="0" y="695394"/>
                  </a:lnTo>
                  <a:lnTo>
                    <a:pt x="0" y="114305"/>
                  </a:lnTo>
                  <a:lnTo>
                    <a:pt x="8982" y="69812"/>
                  </a:lnTo>
                  <a:lnTo>
                    <a:pt x="33479" y="33479"/>
                  </a:lnTo>
                  <a:lnTo>
                    <a:pt x="69812" y="8982"/>
                  </a:lnTo>
                  <a:lnTo>
                    <a:pt x="114305" y="0"/>
                  </a:lnTo>
                  <a:lnTo>
                    <a:pt x="10934694" y="0"/>
                  </a:lnTo>
                  <a:lnTo>
                    <a:pt x="10978437" y="8700"/>
                  </a:lnTo>
                  <a:lnTo>
                    <a:pt x="11015520" y="33479"/>
                  </a:lnTo>
                  <a:lnTo>
                    <a:pt x="11040298" y="70562"/>
                  </a:lnTo>
                  <a:lnTo>
                    <a:pt x="11048999" y="114305"/>
                  </a:lnTo>
                  <a:lnTo>
                    <a:pt x="11048999" y="695394"/>
                  </a:lnTo>
                  <a:lnTo>
                    <a:pt x="11040017" y="739887"/>
                  </a:lnTo>
                  <a:lnTo>
                    <a:pt x="11015520" y="776220"/>
                  </a:lnTo>
                  <a:lnTo>
                    <a:pt x="10979187" y="800717"/>
                  </a:lnTo>
                  <a:lnTo>
                    <a:pt x="10934694" y="8096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71500" y="2619375"/>
              <a:ext cx="11049000" cy="810260"/>
            </a:xfrm>
            <a:custGeom>
              <a:avLst/>
              <a:gdLst/>
              <a:ahLst/>
              <a:cxnLst/>
              <a:rect l="l" t="t" r="r" b="b"/>
              <a:pathLst>
                <a:path w="11049000" h="810260">
                  <a:moveTo>
                    <a:pt x="0" y="114305"/>
                  </a:moveTo>
                  <a:lnTo>
                    <a:pt x="8982" y="69812"/>
                  </a:lnTo>
                  <a:lnTo>
                    <a:pt x="33479" y="33479"/>
                  </a:lnTo>
                  <a:lnTo>
                    <a:pt x="69812" y="8982"/>
                  </a:lnTo>
                  <a:lnTo>
                    <a:pt x="114305" y="0"/>
                  </a:lnTo>
                  <a:lnTo>
                    <a:pt x="10934694" y="0"/>
                  </a:lnTo>
                  <a:lnTo>
                    <a:pt x="10978437" y="8700"/>
                  </a:lnTo>
                  <a:lnTo>
                    <a:pt x="11015520" y="33479"/>
                  </a:lnTo>
                  <a:lnTo>
                    <a:pt x="11040298" y="70562"/>
                  </a:lnTo>
                  <a:lnTo>
                    <a:pt x="11048999" y="114305"/>
                  </a:lnTo>
                  <a:lnTo>
                    <a:pt x="11048999" y="695394"/>
                  </a:lnTo>
                  <a:lnTo>
                    <a:pt x="11040017" y="739887"/>
                  </a:lnTo>
                  <a:lnTo>
                    <a:pt x="11015520" y="776220"/>
                  </a:lnTo>
                  <a:lnTo>
                    <a:pt x="10979187" y="800717"/>
                  </a:lnTo>
                  <a:lnTo>
                    <a:pt x="10934694" y="809699"/>
                  </a:lnTo>
                  <a:lnTo>
                    <a:pt x="114305" y="809699"/>
                  </a:lnTo>
                  <a:lnTo>
                    <a:pt x="69812" y="800717"/>
                  </a:lnTo>
                  <a:lnTo>
                    <a:pt x="33479" y="776220"/>
                  </a:lnTo>
                  <a:lnTo>
                    <a:pt x="8982" y="739887"/>
                  </a:lnTo>
                  <a:lnTo>
                    <a:pt x="0" y="695394"/>
                  </a:lnTo>
                  <a:lnTo>
                    <a:pt x="0" y="114305"/>
                  </a:lnTo>
                  <a:close/>
                </a:path>
              </a:pathLst>
            </a:custGeom>
            <a:ln w="9524">
              <a:solidFill>
                <a:srgbClr val="E1E7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82650" y="2820352"/>
              <a:ext cx="425450" cy="361950"/>
            </a:xfrm>
            <a:prstGeom prst="rect">
              <a:avLst/>
            </a:prstGeom>
          </p:spPr>
        </p:pic>
      </p:grpSp>
      <p:grpSp>
        <p:nvGrpSpPr>
          <p:cNvPr id="13" name="object 13"/>
          <p:cNvGrpSpPr/>
          <p:nvPr/>
        </p:nvGrpSpPr>
        <p:grpSpPr>
          <a:xfrm>
            <a:off x="566737" y="3519487"/>
            <a:ext cx="11058525" cy="819785"/>
            <a:chOff x="566737" y="3519487"/>
            <a:chExt cx="11058525" cy="819785"/>
          </a:xfrm>
        </p:grpSpPr>
        <p:sp>
          <p:nvSpPr>
            <p:cNvPr id="14" name="object 14"/>
            <p:cNvSpPr/>
            <p:nvPr/>
          </p:nvSpPr>
          <p:spPr>
            <a:xfrm>
              <a:off x="571500" y="3524250"/>
              <a:ext cx="11049000" cy="810260"/>
            </a:xfrm>
            <a:custGeom>
              <a:avLst/>
              <a:gdLst/>
              <a:ahLst/>
              <a:cxnLst/>
              <a:rect l="l" t="t" r="r" b="b"/>
              <a:pathLst>
                <a:path w="11049000" h="810260">
                  <a:moveTo>
                    <a:pt x="10934694" y="809699"/>
                  </a:moveTo>
                  <a:lnTo>
                    <a:pt x="114305" y="809699"/>
                  </a:lnTo>
                  <a:lnTo>
                    <a:pt x="69812" y="800717"/>
                  </a:lnTo>
                  <a:lnTo>
                    <a:pt x="33479" y="776220"/>
                  </a:lnTo>
                  <a:lnTo>
                    <a:pt x="8982" y="739887"/>
                  </a:lnTo>
                  <a:lnTo>
                    <a:pt x="0" y="695394"/>
                  </a:lnTo>
                  <a:lnTo>
                    <a:pt x="0" y="114305"/>
                  </a:lnTo>
                  <a:lnTo>
                    <a:pt x="8982" y="69812"/>
                  </a:lnTo>
                  <a:lnTo>
                    <a:pt x="33479" y="33479"/>
                  </a:lnTo>
                  <a:lnTo>
                    <a:pt x="69812" y="8982"/>
                  </a:lnTo>
                  <a:lnTo>
                    <a:pt x="114305" y="0"/>
                  </a:lnTo>
                  <a:lnTo>
                    <a:pt x="10934694" y="0"/>
                  </a:lnTo>
                  <a:lnTo>
                    <a:pt x="10978437" y="8701"/>
                  </a:lnTo>
                  <a:lnTo>
                    <a:pt x="11015520" y="33479"/>
                  </a:lnTo>
                  <a:lnTo>
                    <a:pt x="11040298" y="70562"/>
                  </a:lnTo>
                  <a:lnTo>
                    <a:pt x="11048999" y="114305"/>
                  </a:lnTo>
                  <a:lnTo>
                    <a:pt x="11048999" y="695394"/>
                  </a:lnTo>
                  <a:lnTo>
                    <a:pt x="11040017" y="739887"/>
                  </a:lnTo>
                  <a:lnTo>
                    <a:pt x="11015520" y="776220"/>
                  </a:lnTo>
                  <a:lnTo>
                    <a:pt x="10979187" y="800717"/>
                  </a:lnTo>
                  <a:lnTo>
                    <a:pt x="10934694" y="8096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71500" y="3524250"/>
              <a:ext cx="11049000" cy="810260"/>
            </a:xfrm>
            <a:custGeom>
              <a:avLst/>
              <a:gdLst/>
              <a:ahLst/>
              <a:cxnLst/>
              <a:rect l="l" t="t" r="r" b="b"/>
              <a:pathLst>
                <a:path w="11049000" h="810260">
                  <a:moveTo>
                    <a:pt x="0" y="114305"/>
                  </a:moveTo>
                  <a:lnTo>
                    <a:pt x="8982" y="69812"/>
                  </a:lnTo>
                  <a:lnTo>
                    <a:pt x="33479" y="33479"/>
                  </a:lnTo>
                  <a:lnTo>
                    <a:pt x="69812" y="8982"/>
                  </a:lnTo>
                  <a:lnTo>
                    <a:pt x="114305" y="0"/>
                  </a:lnTo>
                  <a:lnTo>
                    <a:pt x="10934694" y="0"/>
                  </a:lnTo>
                  <a:lnTo>
                    <a:pt x="10978437" y="8701"/>
                  </a:lnTo>
                  <a:lnTo>
                    <a:pt x="11015520" y="33479"/>
                  </a:lnTo>
                  <a:lnTo>
                    <a:pt x="11040298" y="70562"/>
                  </a:lnTo>
                  <a:lnTo>
                    <a:pt x="11048999" y="114305"/>
                  </a:lnTo>
                  <a:lnTo>
                    <a:pt x="11048999" y="695394"/>
                  </a:lnTo>
                  <a:lnTo>
                    <a:pt x="11040017" y="739887"/>
                  </a:lnTo>
                  <a:lnTo>
                    <a:pt x="11015520" y="776220"/>
                  </a:lnTo>
                  <a:lnTo>
                    <a:pt x="10979187" y="800717"/>
                  </a:lnTo>
                  <a:lnTo>
                    <a:pt x="10934694" y="809699"/>
                  </a:lnTo>
                  <a:lnTo>
                    <a:pt x="114305" y="809699"/>
                  </a:lnTo>
                  <a:lnTo>
                    <a:pt x="69812" y="800717"/>
                  </a:lnTo>
                  <a:lnTo>
                    <a:pt x="33479" y="776220"/>
                  </a:lnTo>
                  <a:lnTo>
                    <a:pt x="8982" y="739887"/>
                  </a:lnTo>
                  <a:lnTo>
                    <a:pt x="0" y="695394"/>
                  </a:lnTo>
                  <a:lnTo>
                    <a:pt x="0" y="114305"/>
                  </a:lnTo>
                  <a:close/>
                </a:path>
              </a:pathLst>
            </a:custGeom>
            <a:ln w="9524">
              <a:solidFill>
                <a:srgbClr val="E1E7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39800" y="3725227"/>
              <a:ext cx="311150" cy="381000"/>
            </a:xfrm>
            <a:prstGeom prst="rect">
              <a:avLst/>
            </a:prstGeom>
          </p:spPr>
        </p:pic>
      </p:grpSp>
      <p:grpSp>
        <p:nvGrpSpPr>
          <p:cNvPr id="17" name="object 17"/>
          <p:cNvGrpSpPr/>
          <p:nvPr/>
        </p:nvGrpSpPr>
        <p:grpSpPr>
          <a:xfrm>
            <a:off x="566737" y="4424362"/>
            <a:ext cx="11058525" cy="819785"/>
            <a:chOff x="566737" y="4424362"/>
            <a:chExt cx="11058525" cy="819785"/>
          </a:xfrm>
        </p:grpSpPr>
        <p:sp>
          <p:nvSpPr>
            <p:cNvPr id="18" name="object 18"/>
            <p:cNvSpPr/>
            <p:nvPr/>
          </p:nvSpPr>
          <p:spPr>
            <a:xfrm>
              <a:off x="571500" y="4429125"/>
              <a:ext cx="11049000" cy="810260"/>
            </a:xfrm>
            <a:custGeom>
              <a:avLst/>
              <a:gdLst/>
              <a:ahLst/>
              <a:cxnLst/>
              <a:rect l="l" t="t" r="r" b="b"/>
              <a:pathLst>
                <a:path w="11049000" h="810260">
                  <a:moveTo>
                    <a:pt x="10934694" y="809699"/>
                  </a:moveTo>
                  <a:lnTo>
                    <a:pt x="114305" y="809699"/>
                  </a:lnTo>
                  <a:lnTo>
                    <a:pt x="69812" y="800717"/>
                  </a:lnTo>
                  <a:lnTo>
                    <a:pt x="33479" y="776220"/>
                  </a:lnTo>
                  <a:lnTo>
                    <a:pt x="8982" y="739887"/>
                  </a:lnTo>
                  <a:lnTo>
                    <a:pt x="0" y="695394"/>
                  </a:lnTo>
                  <a:lnTo>
                    <a:pt x="0" y="114305"/>
                  </a:lnTo>
                  <a:lnTo>
                    <a:pt x="8982" y="69812"/>
                  </a:lnTo>
                  <a:lnTo>
                    <a:pt x="33479" y="33479"/>
                  </a:lnTo>
                  <a:lnTo>
                    <a:pt x="69812" y="8982"/>
                  </a:lnTo>
                  <a:lnTo>
                    <a:pt x="114305" y="0"/>
                  </a:lnTo>
                  <a:lnTo>
                    <a:pt x="10934694" y="0"/>
                  </a:lnTo>
                  <a:lnTo>
                    <a:pt x="10978437" y="8701"/>
                  </a:lnTo>
                  <a:lnTo>
                    <a:pt x="11015520" y="33479"/>
                  </a:lnTo>
                  <a:lnTo>
                    <a:pt x="11040298" y="70562"/>
                  </a:lnTo>
                  <a:lnTo>
                    <a:pt x="11048999" y="114305"/>
                  </a:lnTo>
                  <a:lnTo>
                    <a:pt x="11048999" y="695394"/>
                  </a:lnTo>
                  <a:lnTo>
                    <a:pt x="11040017" y="739887"/>
                  </a:lnTo>
                  <a:lnTo>
                    <a:pt x="11015520" y="776220"/>
                  </a:lnTo>
                  <a:lnTo>
                    <a:pt x="10979187" y="800717"/>
                  </a:lnTo>
                  <a:lnTo>
                    <a:pt x="10934694" y="8096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71500" y="4429125"/>
              <a:ext cx="11049000" cy="810260"/>
            </a:xfrm>
            <a:custGeom>
              <a:avLst/>
              <a:gdLst/>
              <a:ahLst/>
              <a:cxnLst/>
              <a:rect l="l" t="t" r="r" b="b"/>
              <a:pathLst>
                <a:path w="11049000" h="810260">
                  <a:moveTo>
                    <a:pt x="0" y="114305"/>
                  </a:moveTo>
                  <a:lnTo>
                    <a:pt x="8982" y="69812"/>
                  </a:lnTo>
                  <a:lnTo>
                    <a:pt x="33479" y="33479"/>
                  </a:lnTo>
                  <a:lnTo>
                    <a:pt x="69812" y="8982"/>
                  </a:lnTo>
                  <a:lnTo>
                    <a:pt x="114305" y="0"/>
                  </a:lnTo>
                  <a:lnTo>
                    <a:pt x="10934694" y="0"/>
                  </a:lnTo>
                  <a:lnTo>
                    <a:pt x="10978437" y="8701"/>
                  </a:lnTo>
                  <a:lnTo>
                    <a:pt x="11015520" y="33479"/>
                  </a:lnTo>
                  <a:lnTo>
                    <a:pt x="11040298" y="70562"/>
                  </a:lnTo>
                  <a:lnTo>
                    <a:pt x="11048999" y="114305"/>
                  </a:lnTo>
                  <a:lnTo>
                    <a:pt x="11048999" y="695394"/>
                  </a:lnTo>
                  <a:lnTo>
                    <a:pt x="11040017" y="739887"/>
                  </a:lnTo>
                  <a:lnTo>
                    <a:pt x="11015520" y="776220"/>
                  </a:lnTo>
                  <a:lnTo>
                    <a:pt x="10979187" y="800717"/>
                  </a:lnTo>
                  <a:lnTo>
                    <a:pt x="10934694" y="809699"/>
                  </a:lnTo>
                  <a:lnTo>
                    <a:pt x="114305" y="809699"/>
                  </a:lnTo>
                  <a:lnTo>
                    <a:pt x="69812" y="800717"/>
                  </a:lnTo>
                  <a:lnTo>
                    <a:pt x="33479" y="776220"/>
                  </a:lnTo>
                  <a:lnTo>
                    <a:pt x="8982" y="739887"/>
                  </a:lnTo>
                  <a:lnTo>
                    <a:pt x="0" y="695394"/>
                  </a:lnTo>
                  <a:lnTo>
                    <a:pt x="0" y="114305"/>
                  </a:lnTo>
                  <a:close/>
                </a:path>
              </a:pathLst>
            </a:custGeom>
            <a:ln w="9524">
              <a:solidFill>
                <a:srgbClr val="E1E7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04875" y="4630102"/>
              <a:ext cx="381000" cy="381000"/>
            </a:xfrm>
            <a:prstGeom prst="rect">
              <a:avLst/>
            </a:prstGeom>
          </p:spPr>
        </p:pic>
      </p:grpSp>
      <p:grpSp>
        <p:nvGrpSpPr>
          <p:cNvPr id="21" name="object 21"/>
          <p:cNvGrpSpPr/>
          <p:nvPr/>
        </p:nvGrpSpPr>
        <p:grpSpPr>
          <a:xfrm>
            <a:off x="566737" y="5329237"/>
            <a:ext cx="11058525" cy="819785"/>
            <a:chOff x="566737" y="5329237"/>
            <a:chExt cx="11058525" cy="819785"/>
          </a:xfrm>
        </p:grpSpPr>
        <p:sp>
          <p:nvSpPr>
            <p:cNvPr id="22" name="object 22"/>
            <p:cNvSpPr/>
            <p:nvPr/>
          </p:nvSpPr>
          <p:spPr>
            <a:xfrm>
              <a:off x="571500" y="5334000"/>
              <a:ext cx="11049000" cy="810260"/>
            </a:xfrm>
            <a:custGeom>
              <a:avLst/>
              <a:gdLst/>
              <a:ahLst/>
              <a:cxnLst/>
              <a:rect l="l" t="t" r="r" b="b"/>
              <a:pathLst>
                <a:path w="11049000" h="810260">
                  <a:moveTo>
                    <a:pt x="10934694" y="809699"/>
                  </a:moveTo>
                  <a:lnTo>
                    <a:pt x="114305" y="809699"/>
                  </a:lnTo>
                  <a:lnTo>
                    <a:pt x="69812" y="800717"/>
                  </a:lnTo>
                  <a:lnTo>
                    <a:pt x="33479" y="776220"/>
                  </a:lnTo>
                  <a:lnTo>
                    <a:pt x="8982" y="739887"/>
                  </a:lnTo>
                  <a:lnTo>
                    <a:pt x="0" y="695394"/>
                  </a:lnTo>
                  <a:lnTo>
                    <a:pt x="0" y="114305"/>
                  </a:lnTo>
                  <a:lnTo>
                    <a:pt x="8982" y="69812"/>
                  </a:lnTo>
                  <a:lnTo>
                    <a:pt x="33479" y="33479"/>
                  </a:lnTo>
                  <a:lnTo>
                    <a:pt x="69812" y="8982"/>
                  </a:lnTo>
                  <a:lnTo>
                    <a:pt x="114305" y="0"/>
                  </a:lnTo>
                  <a:lnTo>
                    <a:pt x="10934694" y="0"/>
                  </a:lnTo>
                  <a:lnTo>
                    <a:pt x="10978437" y="8701"/>
                  </a:lnTo>
                  <a:lnTo>
                    <a:pt x="11015520" y="33479"/>
                  </a:lnTo>
                  <a:lnTo>
                    <a:pt x="11040298" y="70562"/>
                  </a:lnTo>
                  <a:lnTo>
                    <a:pt x="11048999" y="114305"/>
                  </a:lnTo>
                  <a:lnTo>
                    <a:pt x="11048999" y="695394"/>
                  </a:lnTo>
                  <a:lnTo>
                    <a:pt x="11040017" y="739887"/>
                  </a:lnTo>
                  <a:lnTo>
                    <a:pt x="11015520" y="776220"/>
                  </a:lnTo>
                  <a:lnTo>
                    <a:pt x="10979187" y="800717"/>
                  </a:lnTo>
                  <a:lnTo>
                    <a:pt x="10934694" y="8096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71500" y="5334000"/>
              <a:ext cx="11049000" cy="810260"/>
            </a:xfrm>
            <a:custGeom>
              <a:avLst/>
              <a:gdLst/>
              <a:ahLst/>
              <a:cxnLst/>
              <a:rect l="l" t="t" r="r" b="b"/>
              <a:pathLst>
                <a:path w="11049000" h="810260">
                  <a:moveTo>
                    <a:pt x="0" y="114305"/>
                  </a:moveTo>
                  <a:lnTo>
                    <a:pt x="8982" y="69812"/>
                  </a:lnTo>
                  <a:lnTo>
                    <a:pt x="33479" y="33479"/>
                  </a:lnTo>
                  <a:lnTo>
                    <a:pt x="69812" y="8982"/>
                  </a:lnTo>
                  <a:lnTo>
                    <a:pt x="114305" y="0"/>
                  </a:lnTo>
                  <a:lnTo>
                    <a:pt x="10934694" y="0"/>
                  </a:lnTo>
                  <a:lnTo>
                    <a:pt x="10978437" y="8701"/>
                  </a:lnTo>
                  <a:lnTo>
                    <a:pt x="11015520" y="33479"/>
                  </a:lnTo>
                  <a:lnTo>
                    <a:pt x="11040298" y="70562"/>
                  </a:lnTo>
                  <a:lnTo>
                    <a:pt x="11048999" y="114305"/>
                  </a:lnTo>
                  <a:lnTo>
                    <a:pt x="11048999" y="695394"/>
                  </a:lnTo>
                  <a:lnTo>
                    <a:pt x="11040017" y="739887"/>
                  </a:lnTo>
                  <a:lnTo>
                    <a:pt x="11015520" y="776220"/>
                  </a:lnTo>
                  <a:lnTo>
                    <a:pt x="10979187" y="800717"/>
                  </a:lnTo>
                  <a:lnTo>
                    <a:pt x="10934694" y="809699"/>
                  </a:lnTo>
                  <a:lnTo>
                    <a:pt x="114305" y="809699"/>
                  </a:lnTo>
                  <a:lnTo>
                    <a:pt x="69812" y="800717"/>
                  </a:lnTo>
                  <a:lnTo>
                    <a:pt x="33479" y="776220"/>
                  </a:lnTo>
                  <a:lnTo>
                    <a:pt x="8982" y="739887"/>
                  </a:lnTo>
                  <a:lnTo>
                    <a:pt x="0" y="695394"/>
                  </a:lnTo>
                  <a:lnTo>
                    <a:pt x="0" y="114305"/>
                  </a:lnTo>
                  <a:close/>
                </a:path>
              </a:pathLst>
            </a:custGeom>
            <a:ln w="9524">
              <a:solidFill>
                <a:srgbClr val="E1E7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39800" y="5541327"/>
              <a:ext cx="311150" cy="368300"/>
            </a:xfrm>
            <a:prstGeom prst="rect">
              <a:avLst/>
            </a:prstGeom>
          </p:spPr>
        </p:pic>
      </p:grpSp>
      <p:sp>
        <p:nvSpPr>
          <p:cNvPr id="25" name="object 25"/>
          <p:cNvSpPr txBox="1"/>
          <p:nvPr/>
        </p:nvSpPr>
        <p:spPr>
          <a:xfrm>
            <a:off x="1558925" y="1854618"/>
            <a:ext cx="3783329" cy="41370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0510" indent="-257810">
              <a:lnSpc>
                <a:spcPct val="100000"/>
              </a:lnSpc>
              <a:spcBef>
                <a:spcPts val="100"/>
              </a:spcBef>
              <a:buSzPct val="88888"/>
              <a:buAutoNum type="arabicPeriod" startAt="6"/>
              <a:tabLst>
                <a:tab pos="270510" algn="l"/>
              </a:tabLst>
            </a:pPr>
            <a:r>
              <a:rPr sz="1800" spc="-100" dirty="0">
                <a:solidFill>
                  <a:srgbClr val="003366"/>
                </a:solidFill>
                <a:latin typeface="Arial Black"/>
                <a:cs typeface="Arial Black"/>
              </a:rPr>
              <a:t>Fuel</a:t>
            </a:r>
            <a:r>
              <a:rPr sz="1800" spc="-200" dirty="0">
                <a:solidFill>
                  <a:srgbClr val="003366"/>
                </a:solidFill>
                <a:latin typeface="Arial Black"/>
                <a:cs typeface="Arial Black"/>
              </a:rPr>
              <a:t> </a:t>
            </a:r>
            <a:r>
              <a:rPr sz="1800" spc="-20" dirty="0">
                <a:solidFill>
                  <a:srgbClr val="003366"/>
                </a:solidFill>
                <a:latin typeface="Arial Black"/>
                <a:cs typeface="Arial Black"/>
              </a:rPr>
              <a:t>Pump</a:t>
            </a:r>
            <a:endParaRPr sz="1800" dirty="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1400" spc="-60" dirty="0">
                <a:solidFill>
                  <a:srgbClr val="475568"/>
                </a:solidFill>
                <a:latin typeface="Lucida Sans Unicode"/>
                <a:cs typeface="Lucida Sans Unicode"/>
              </a:rPr>
              <a:t>If</a:t>
            </a:r>
            <a:r>
              <a:rPr sz="1400" spc="-10" dirty="0">
                <a:solidFill>
                  <a:srgbClr val="475568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475568"/>
                </a:solidFill>
                <a:latin typeface="Lucida Sans Unicode"/>
                <a:cs typeface="Lucida Sans Unicode"/>
              </a:rPr>
              <a:t>engine</a:t>
            </a:r>
            <a:r>
              <a:rPr sz="1400" spc="-15" dirty="0">
                <a:solidFill>
                  <a:srgbClr val="475568"/>
                </a:solidFill>
                <a:latin typeface="Lucida Sans Unicode"/>
                <a:cs typeface="Lucida Sans Unicode"/>
              </a:rPr>
              <a:t> </a:t>
            </a:r>
            <a:r>
              <a:rPr sz="1400" spc="-55" dirty="0">
                <a:solidFill>
                  <a:srgbClr val="003366"/>
                </a:solidFill>
                <a:latin typeface="Arial Black"/>
                <a:cs typeface="Arial Black"/>
              </a:rPr>
              <a:t>stalls</a:t>
            </a:r>
            <a:r>
              <a:rPr sz="1400" spc="-40" dirty="0">
                <a:solidFill>
                  <a:srgbClr val="003366"/>
                </a:solidFill>
                <a:latin typeface="Arial Black"/>
                <a:cs typeface="Arial Black"/>
              </a:rPr>
              <a:t> </a:t>
            </a:r>
            <a:r>
              <a:rPr sz="1400" spc="80" dirty="0">
                <a:solidFill>
                  <a:srgbClr val="475568"/>
                </a:solidFill>
                <a:latin typeface="Lucida Sans Unicode"/>
                <a:cs typeface="Lucida Sans Unicode"/>
              </a:rPr>
              <a:t>and</a:t>
            </a:r>
            <a:r>
              <a:rPr sz="1400" spc="-10" dirty="0">
                <a:solidFill>
                  <a:srgbClr val="475568"/>
                </a:solidFill>
                <a:latin typeface="Lucida Sans Unicode"/>
                <a:cs typeface="Lucida Sans Unicode"/>
              </a:rPr>
              <a:t> </a:t>
            </a:r>
            <a:r>
              <a:rPr sz="1400" spc="-40" dirty="0">
                <a:solidFill>
                  <a:srgbClr val="003366"/>
                </a:solidFill>
                <a:latin typeface="Arial Black"/>
                <a:cs typeface="Arial Black"/>
              </a:rPr>
              <a:t>whining</a:t>
            </a:r>
            <a:r>
              <a:rPr sz="1400" spc="-130" dirty="0">
                <a:solidFill>
                  <a:srgbClr val="003366"/>
                </a:solidFill>
                <a:latin typeface="Arial Black"/>
                <a:cs typeface="Arial Black"/>
              </a:rPr>
              <a:t> </a:t>
            </a:r>
            <a:r>
              <a:rPr sz="1400" spc="-55" dirty="0">
                <a:solidFill>
                  <a:srgbClr val="003366"/>
                </a:solidFill>
                <a:latin typeface="Arial Black"/>
                <a:cs typeface="Arial Black"/>
              </a:rPr>
              <a:t>noise</a:t>
            </a:r>
            <a:r>
              <a:rPr sz="1400" spc="-35" dirty="0">
                <a:solidFill>
                  <a:srgbClr val="003366"/>
                </a:solidFill>
                <a:latin typeface="Arial Black"/>
                <a:cs typeface="Arial Black"/>
              </a:rPr>
              <a:t> </a:t>
            </a:r>
            <a:r>
              <a:rPr sz="1400" spc="-10" dirty="0">
                <a:solidFill>
                  <a:srgbClr val="475568"/>
                </a:solidFill>
                <a:latin typeface="Lucida Sans Unicode"/>
                <a:cs typeface="Lucida Sans Unicode"/>
              </a:rPr>
              <a:t>exists.</a:t>
            </a:r>
            <a:endParaRPr sz="1400" dirty="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1100"/>
              </a:spcBef>
            </a:pPr>
            <a:endParaRPr sz="1400" dirty="0">
              <a:latin typeface="Lucida Sans Unicode"/>
              <a:cs typeface="Lucida Sans Unicode"/>
            </a:endParaRPr>
          </a:p>
          <a:p>
            <a:pPr marL="247650" indent="-241300">
              <a:lnSpc>
                <a:spcPct val="100000"/>
              </a:lnSpc>
              <a:buSzPct val="88888"/>
              <a:buAutoNum type="arabicPeriod" startAt="7"/>
              <a:tabLst>
                <a:tab pos="247650" algn="l"/>
              </a:tabLst>
            </a:pPr>
            <a:r>
              <a:rPr sz="1800" spc="-55" dirty="0">
                <a:solidFill>
                  <a:srgbClr val="003366"/>
                </a:solidFill>
                <a:latin typeface="Arial Black"/>
                <a:cs typeface="Arial Black"/>
              </a:rPr>
              <a:t>Oxygen</a:t>
            </a:r>
            <a:r>
              <a:rPr sz="1800" spc="-190" dirty="0">
                <a:solidFill>
                  <a:srgbClr val="003366"/>
                </a:solidFill>
                <a:latin typeface="Arial Black"/>
                <a:cs typeface="Arial Black"/>
              </a:rPr>
              <a:t> </a:t>
            </a:r>
            <a:r>
              <a:rPr sz="1800" spc="-10" dirty="0">
                <a:solidFill>
                  <a:srgbClr val="003366"/>
                </a:solidFill>
                <a:latin typeface="Arial Black"/>
                <a:cs typeface="Arial Black"/>
              </a:rPr>
              <a:t>Sensor</a:t>
            </a:r>
            <a:endParaRPr sz="1800" dirty="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400" spc="-60" dirty="0">
                <a:solidFill>
                  <a:srgbClr val="475568"/>
                </a:solidFill>
                <a:latin typeface="Lucida Sans Unicode"/>
                <a:cs typeface="Lucida Sans Unicode"/>
              </a:rPr>
              <a:t>If</a:t>
            </a:r>
            <a:r>
              <a:rPr sz="1400" spc="-35" dirty="0">
                <a:solidFill>
                  <a:srgbClr val="475568"/>
                </a:solidFill>
                <a:latin typeface="Lucida Sans Unicode"/>
                <a:cs typeface="Lucida Sans Unicode"/>
              </a:rPr>
              <a:t> </a:t>
            </a:r>
            <a:r>
              <a:rPr sz="1400" spc="-75" dirty="0">
                <a:solidFill>
                  <a:srgbClr val="003366"/>
                </a:solidFill>
                <a:latin typeface="Arial Black"/>
                <a:cs typeface="Arial Black"/>
              </a:rPr>
              <a:t>check</a:t>
            </a:r>
            <a:r>
              <a:rPr sz="1400" spc="-145" dirty="0">
                <a:solidFill>
                  <a:srgbClr val="003366"/>
                </a:solidFill>
                <a:latin typeface="Arial Black"/>
                <a:cs typeface="Arial Black"/>
              </a:rPr>
              <a:t> </a:t>
            </a:r>
            <a:r>
              <a:rPr sz="1400" spc="-40" dirty="0">
                <a:solidFill>
                  <a:srgbClr val="003366"/>
                </a:solidFill>
                <a:latin typeface="Arial Black"/>
                <a:cs typeface="Arial Black"/>
              </a:rPr>
              <a:t>engine</a:t>
            </a:r>
            <a:r>
              <a:rPr sz="1400" spc="-150" dirty="0">
                <a:solidFill>
                  <a:srgbClr val="003366"/>
                </a:solidFill>
                <a:latin typeface="Arial Black"/>
                <a:cs typeface="Arial Black"/>
              </a:rPr>
              <a:t> </a:t>
            </a:r>
            <a:r>
              <a:rPr sz="1400" spc="-35" dirty="0">
                <a:solidFill>
                  <a:srgbClr val="003366"/>
                </a:solidFill>
                <a:latin typeface="Arial Black"/>
                <a:cs typeface="Arial Black"/>
              </a:rPr>
              <a:t>light</a:t>
            </a:r>
            <a:r>
              <a:rPr sz="1400" spc="-65" dirty="0">
                <a:solidFill>
                  <a:srgbClr val="003366"/>
                </a:solidFill>
                <a:latin typeface="Arial Black"/>
                <a:cs typeface="Arial Black"/>
              </a:rPr>
              <a:t> </a:t>
            </a:r>
            <a:r>
              <a:rPr sz="1400" dirty="0">
                <a:solidFill>
                  <a:srgbClr val="475568"/>
                </a:solidFill>
                <a:latin typeface="Lucida Sans Unicode"/>
                <a:cs typeface="Lucida Sans Unicode"/>
              </a:rPr>
              <a:t>on</a:t>
            </a:r>
            <a:r>
              <a:rPr sz="1400" spc="-35" dirty="0">
                <a:solidFill>
                  <a:srgbClr val="475568"/>
                </a:solidFill>
                <a:latin typeface="Lucida Sans Unicode"/>
                <a:cs typeface="Lucida Sans Unicode"/>
              </a:rPr>
              <a:t> </a:t>
            </a:r>
            <a:r>
              <a:rPr sz="1400" spc="80" dirty="0">
                <a:solidFill>
                  <a:srgbClr val="475568"/>
                </a:solidFill>
                <a:latin typeface="Lucida Sans Unicode"/>
                <a:cs typeface="Lucida Sans Unicode"/>
              </a:rPr>
              <a:t>and</a:t>
            </a:r>
            <a:r>
              <a:rPr sz="1400" spc="-40" dirty="0">
                <a:solidFill>
                  <a:srgbClr val="475568"/>
                </a:solidFill>
                <a:latin typeface="Lucida Sans Unicode"/>
                <a:cs typeface="Lucida Sans Unicode"/>
              </a:rPr>
              <a:t> </a:t>
            </a:r>
            <a:r>
              <a:rPr sz="1400" spc="-50" dirty="0">
                <a:solidFill>
                  <a:srgbClr val="003366"/>
                </a:solidFill>
                <a:latin typeface="Arial Black"/>
                <a:cs typeface="Arial Black"/>
              </a:rPr>
              <a:t>black</a:t>
            </a:r>
            <a:r>
              <a:rPr sz="1400" spc="-145" dirty="0">
                <a:solidFill>
                  <a:srgbClr val="003366"/>
                </a:solidFill>
                <a:latin typeface="Arial Black"/>
                <a:cs typeface="Arial Black"/>
              </a:rPr>
              <a:t> </a:t>
            </a:r>
            <a:r>
              <a:rPr sz="1400" spc="-30" dirty="0">
                <a:solidFill>
                  <a:srgbClr val="003366"/>
                </a:solidFill>
                <a:latin typeface="Arial Black"/>
                <a:cs typeface="Arial Black"/>
              </a:rPr>
              <a:t>smoke</a:t>
            </a:r>
            <a:r>
              <a:rPr sz="1400" spc="-30" dirty="0">
                <a:solidFill>
                  <a:srgbClr val="475568"/>
                </a:solidFill>
                <a:latin typeface="Lucida Sans Unicode"/>
                <a:cs typeface="Lucida Sans Unicode"/>
              </a:rPr>
              <a:t>.</a:t>
            </a:r>
            <a:endParaRPr sz="1400" dirty="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1100"/>
              </a:spcBef>
            </a:pPr>
            <a:endParaRPr sz="1400" dirty="0">
              <a:latin typeface="Lucida Sans Unicode"/>
              <a:cs typeface="Lucida Sans Unicode"/>
            </a:endParaRPr>
          </a:p>
          <a:p>
            <a:pPr marL="273050" indent="-260350">
              <a:lnSpc>
                <a:spcPct val="100000"/>
              </a:lnSpc>
              <a:buSzPct val="88888"/>
              <a:buAutoNum type="arabicPeriod" startAt="8"/>
              <a:tabLst>
                <a:tab pos="273050" algn="l"/>
              </a:tabLst>
            </a:pPr>
            <a:r>
              <a:rPr sz="1800" spc="-10" dirty="0">
                <a:solidFill>
                  <a:srgbClr val="003366"/>
                </a:solidFill>
                <a:latin typeface="Arial Black"/>
                <a:cs typeface="Arial Black"/>
              </a:rPr>
              <a:t>Alternator</a:t>
            </a:r>
            <a:endParaRPr sz="1800" dirty="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1400" spc="-60" dirty="0">
                <a:solidFill>
                  <a:srgbClr val="475568"/>
                </a:solidFill>
                <a:latin typeface="Lucida Sans Unicode"/>
                <a:cs typeface="Lucida Sans Unicode"/>
              </a:rPr>
              <a:t>If</a:t>
            </a:r>
            <a:r>
              <a:rPr sz="1400" spc="-40" dirty="0">
                <a:solidFill>
                  <a:srgbClr val="475568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003366"/>
                </a:solidFill>
                <a:latin typeface="Arial Black"/>
                <a:cs typeface="Arial Black"/>
              </a:rPr>
              <a:t>battery</a:t>
            </a:r>
            <a:r>
              <a:rPr sz="1400" spc="-150" dirty="0">
                <a:solidFill>
                  <a:srgbClr val="003366"/>
                </a:solidFill>
                <a:latin typeface="Arial Black"/>
                <a:cs typeface="Arial Black"/>
              </a:rPr>
              <a:t> </a:t>
            </a:r>
            <a:r>
              <a:rPr sz="1400" spc="-35" dirty="0">
                <a:solidFill>
                  <a:srgbClr val="003366"/>
                </a:solidFill>
                <a:latin typeface="Arial Black"/>
                <a:cs typeface="Arial Black"/>
              </a:rPr>
              <a:t>light</a:t>
            </a:r>
            <a:r>
              <a:rPr sz="1400" spc="-150" dirty="0">
                <a:solidFill>
                  <a:srgbClr val="003366"/>
                </a:solidFill>
                <a:latin typeface="Arial Black"/>
                <a:cs typeface="Arial Black"/>
              </a:rPr>
              <a:t> </a:t>
            </a:r>
            <a:r>
              <a:rPr sz="1400" spc="-30" dirty="0">
                <a:solidFill>
                  <a:srgbClr val="003366"/>
                </a:solidFill>
                <a:latin typeface="Arial Black"/>
                <a:cs typeface="Arial Black"/>
              </a:rPr>
              <a:t>on</a:t>
            </a:r>
            <a:r>
              <a:rPr sz="1400" spc="-65" dirty="0">
                <a:solidFill>
                  <a:srgbClr val="003366"/>
                </a:solidFill>
                <a:latin typeface="Arial Black"/>
                <a:cs typeface="Arial Black"/>
              </a:rPr>
              <a:t> </a:t>
            </a:r>
            <a:r>
              <a:rPr sz="1400" spc="80" dirty="0">
                <a:solidFill>
                  <a:srgbClr val="475568"/>
                </a:solidFill>
                <a:latin typeface="Lucida Sans Unicode"/>
                <a:cs typeface="Lucida Sans Unicode"/>
              </a:rPr>
              <a:t>and</a:t>
            </a:r>
            <a:r>
              <a:rPr sz="1400" spc="-45" dirty="0">
                <a:solidFill>
                  <a:srgbClr val="475568"/>
                </a:solidFill>
                <a:latin typeface="Lucida Sans Unicode"/>
                <a:cs typeface="Lucida Sans Unicode"/>
              </a:rPr>
              <a:t> </a:t>
            </a:r>
            <a:r>
              <a:rPr sz="1400" spc="-65" dirty="0">
                <a:solidFill>
                  <a:srgbClr val="003366"/>
                </a:solidFill>
                <a:latin typeface="Arial Black"/>
                <a:cs typeface="Arial Black"/>
              </a:rPr>
              <a:t>electrical</a:t>
            </a:r>
            <a:r>
              <a:rPr sz="1400" spc="-150" dirty="0">
                <a:solidFill>
                  <a:srgbClr val="003366"/>
                </a:solidFill>
                <a:latin typeface="Arial Black"/>
                <a:cs typeface="Arial Black"/>
              </a:rPr>
              <a:t> </a:t>
            </a:r>
            <a:r>
              <a:rPr sz="1400" spc="-10" dirty="0">
                <a:solidFill>
                  <a:srgbClr val="003366"/>
                </a:solidFill>
                <a:latin typeface="Arial Black"/>
                <a:cs typeface="Arial Black"/>
              </a:rPr>
              <a:t>issues</a:t>
            </a:r>
            <a:r>
              <a:rPr sz="1400" spc="-10" dirty="0">
                <a:solidFill>
                  <a:srgbClr val="475568"/>
                </a:solidFill>
                <a:latin typeface="Lucida Sans Unicode"/>
                <a:cs typeface="Lucida Sans Unicode"/>
              </a:rPr>
              <a:t>.</a:t>
            </a:r>
            <a:endParaRPr sz="1400" dirty="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1105"/>
              </a:spcBef>
            </a:pPr>
            <a:endParaRPr sz="1400" dirty="0">
              <a:latin typeface="Lucida Sans Unicode"/>
              <a:cs typeface="Lucida Sans Unicode"/>
            </a:endParaRPr>
          </a:p>
          <a:p>
            <a:pPr marL="265430" indent="-252729">
              <a:lnSpc>
                <a:spcPct val="100000"/>
              </a:lnSpc>
              <a:buSzPct val="88888"/>
              <a:buAutoNum type="arabicPeriod" startAt="9"/>
              <a:tabLst>
                <a:tab pos="265430" algn="l"/>
              </a:tabLst>
            </a:pPr>
            <a:r>
              <a:rPr sz="1800" spc="-10" dirty="0">
                <a:solidFill>
                  <a:srgbClr val="003366"/>
                </a:solidFill>
                <a:latin typeface="Arial Black"/>
                <a:cs typeface="Arial Black"/>
              </a:rPr>
              <a:t>Transmission</a:t>
            </a:r>
            <a:endParaRPr sz="1800" dirty="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1400" spc="-60" dirty="0">
                <a:solidFill>
                  <a:srgbClr val="475568"/>
                </a:solidFill>
                <a:latin typeface="Lucida Sans Unicode"/>
                <a:cs typeface="Lucida Sans Unicode"/>
              </a:rPr>
              <a:t>If</a:t>
            </a:r>
            <a:r>
              <a:rPr sz="1400" spc="-50" dirty="0">
                <a:solidFill>
                  <a:srgbClr val="475568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003366"/>
                </a:solidFill>
                <a:latin typeface="Arial Black"/>
                <a:cs typeface="Arial Black"/>
              </a:rPr>
              <a:t>hard</a:t>
            </a:r>
            <a:r>
              <a:rPr sz="1400" spc="-155" dirty="0">
                <a:solidFill>
                  <a:srgbClr val="003366"/>
                </a:solidFill>
                <a:latin typeface="Arial Black"/>
                <a:cs typeface="Arial Black"/>
              </a:rPr>
              <a:t> </a:t>
            </a:r>
            <a:r>
              <a:rPr sz="1400" spc="-40" dirty="0">
                <a:solidFill>
                  <a:srgbClr val="003366"/>
                </a:solidFill>
                <a:latin typeface="Arial Black"/>
                <a:cs typeface="Arial Black"/>
              </a:rPr>
              <a:t>shifting</a:t>
            </a:r>
            <a:r>
              <a:rPr sz="1400" spc="-75" dirty="0">
                <a:solidFill>
                  <a:srgbClr val="003366"/>
                </a:solidFill>
                <a:latin typeface="Arial Black"/>
                <a:cs typeface="Arial Black"/>
              </a:rPr>
              <a:t> </a:t>
            </a:r>
            <a:r>
              <a:rPr sz="1400" spc="80" dirty="0">
                <a:solidFill>
                  <a:srgbClr val="475568"/>
                </a:solidFill>
                <a:latin typeface="Lucida Sans Unicode"/>
                <a:cs typeface="Lucida Sans Unicode"/>
              </a:rPr>
              <a:t>and</a:t>
            </a:r>
            <a:r>
              <a:rPr sz="1400" spc="-50" dirty="0">
                <a:solidFill>
                  <a:srgbClr val="475568"/>
                </a:solidFill>
                <a:latin typeface="Lucida Sans Unicode"/>
                <a:cs typeface="Lucida Sans Unicode"/>
              </a:rPr>
              <a:t> </a:t>
            </a:r>
            <a:r>
              <a:rPr sz="1400" spc="-40" dirty="0">
                <a:solidFill>
                  <a:srgbClr val="003366"/>
                </a:solidFill>
                <a:latin typeface="Arial Black"/>
                <a:cs typeface="Arial Black"/>
              </a:rPr>
              <a:t>leaking</a:t>
            </a:r>
            <a:r>
              <a:rPr sz="1400" spc="-155" dirty="0">
                <a:solidFill>
                  <a:srgbClr val="003366"/>
                </a:solidFill>
                <a:latin typeface="Arial Black"/>
                <a:cs typeface="Arial Black"/>
              </a:rPr>
              <a:t> </a:t>
            </a:r>
            <a:r>
              <a:rPr sz="1400" spc="-40" dirty="0">
                <a:solidFill>
                  <a:srgbClr val="003366"/>
                </a:solidFill>
                <a:latin typeface="Arial Black"/>
                <a:cs typeface="Arial Black"/>
              </a:rPr>
              <a:t>red</a:t>
            </a:r>
            <a:r>
              <a:rPr sz="1400" spc="-155" dirty="0">
                <a:solidFill>
                  <a:srgbClr val="003366"/>
                </a:solidFill>
                <a:latin typeface="Arial Black"/>
                <a:cs typeface="Arial Black"/>
              </a:rPr>
              <a:t> </a:t>
            </a:r>
            <a:r>
              <a:rPr sz="1400" spc="-10" dirty="0">
                <a:solidFill>
                  <a:srgbClr val="003366"/>
                </a:solidFill>
                <a:latin typeface="Arial Black"/>
                <a:cs typeface="Arial Black"/>
              </a:rPr>
              <a:t>fluid</a:t>
            </a:r>
            <a:r>
              <a:rPr sz="1400" spc="-10" dirty="0">
                <a:solidFill>
                  <a:srgbClr val="475568"/>
                </a:solidFill>
                <a:latin typeface="Lucida Sans Unicode"/>
                <a:cs typeface="Lucida Sans Unicode"/>
              </a:rPr>
              <a:t>.</a:t>
            </a:r>
            <a:endParaRPr sz="1400" dirty="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1100"/>
              </a:spcBef>
            </a:pPr>
            <a:endParaRPr sz="1400" dirty="0">
              <a:latin typeface="Lucida Sans Unicode"/>
              <a:cs typeface="Lucida Sans Unicode"/>
            </a:endParaRPr>
          </a:p>
          <a:p>
            <a:pPr marL="360045" indent="-350520">
              <a:lnSpc>
                <a:spcPct val="100000"/>
              </a:lnSpc>
              <a:spcBef>
                <a:spcPts val="5"/>
              </a:spcBef>
              <a:buSzPct val="88888"/>
              <a:buAutoNum type="arabicPeriod" startAt="10"/>
              <a:tabLst>
                <a:tab pos="360045" algn="l"/>
              </a:tabLst>
            </a:pPr>
            <a:r>
              <a:rPr sz="1800" dirty="0">
                <a:solidFill>
                  <a:srgbClr val="003366"/>
                </a:solidFill>
                <a:latin typeface="Arial Black"/>
                <a:cs typeface="Arial Black"/>
              </a:rPr>
              <a:t>Worn</a:t>
            </a:r>
            <a:r>
              <a:rPr sz="1800" spc="-220" dirty="0">
                <a:solidFill>
                  <a:srgbClr val="003366"/>
                </a:solidFill>
                <a:latin typeface="Arial Black"/>
                <a:cs typeface="Arial Black"/>
              </a:rPr>
              <a:t> </a:t>
            </a:r>
            <a:r>
              <a:rPr sz="1800" spc="-10" dirty="0">
                <a:solidFill>
                  <a:srgbClr val="003366"/>
                </a:solidFill>
                <a:latin typeface="Arial Black"/>
                <a:cs typeface="Arial Black"/>
              </a:rPr>
              <a:t>Wiper</a:t>
            </a:r>
            <a:endParaRPr sz="1800" dirty="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1400" spc="-60" dirty="0">
                <a:solidFill>
                  <a:srgbClr val="475568"/>
                </a:solidFill>
                <a:latin typeface="Lucida Sans Unicode"/>
                <a:cs typeface="Lucida Sans Unicode"/>
              </a:rPr>
              <a:t>If</a:t>
            </a:r>
            <a:r>
              <a:rPr sz="1400" spc="-30" dirty="0">
                <a:solidFill>
                  <a:srgbClr val="475568"/>
                </a:solidFill>
                <a:latin typeface="Lucida Sans Unicode"/>
                <a:cs typeface="Lucida Sans Unicode"/>
              </a:rPr>
              <a:t> </a:t>
            </a:r>
            <a:r>
              <a:rPr sz="1400" spc="-40" dirty="0">
                <a:solidFill>
                  <a:srgbClr val="003366"/>
                </a:solidFill>
                <a:latin typeface="Arial Black"/>
                <a:cs typeface="Arial Black"/>
              </a:rPr>
              <a:t>poor</a:t>
            </a:r>
            <a:r>
              <a:rPr sz="1400" spc="-140" dirty="0">
                <a:solidFill>
                  <a:srgbClr val="003366"/>
                </a:solidFill>
                <a:latin typeface="Arial Black"/>
                <a:cs typeface="Arial Black"/>
              </a:rPr>
              <a:t> </a:t>
            </a:r>
            <a:r>
              <a:rPr sz="1400" spc="-40" dirty="0">
                <a:solidFill>
                  <a:srgbClr val="003366"/>
                </a:solidFill>
                <a:latin typeface="Arial Black"/>
                <a:cs typeface="Arial Black"/>
              </a:rPr>
              <a:t>visibility</a:t>
            </a:r>
            <a:r>
              <a:rPr sz="1400" spc="-60" dirty="0">
                <a:solidFill>
                  <a:srgbClr val="003366"/>
                </a:solidFill>
                <a:latin typeface="Arial Black"/>
                <a:cs typeface="Arial Black"/>
              </a:rPr>
              <a:t> </a:t>
            </a:r>
            <a:r>
              <a:rPr sz="1400" spc="80" dirty="0">
                <a:solidFill>
                  <a:srgbClr val="475568"/>
                </a:solidFill>
                <a:latin typeface="Lucida Sans Unicode"/>
                <a:cs typeface="Lucida Sans Unicode"/>
              </a:rPr>
              <a:t>and</a:t>
            </a:r>
            <a:r>
              <a:rPr sz="1400" spc="-35" dirty="0">
                <a:solidFill>
                  <a:srgbClr val="475568"/>
                </a:solidFill>
                <a:latin typeface="Lucida Sans Unicode"/>
                <a:cs typeface="Lucida Sans Unicode"/>
              </a:rPr>
              <a:t> </a:t>
            </a:r>
            <a:r>
              <a:rPr sz="1400" spc="-50" dirty="0">
                <a:solidFill>
                  <a:srgbClr val="003366"/>
                </a:solidFill>
                <a:latin typeface="Arial Black"/>
                <a:cs typeface="Arial Black"/>
              </a:rPr>
              <a:t>streaking</a:t>
            </a:r>
            <a:r>
              <a:rPr sz="1400" spc="-140" dirty="0">
                <a:solidFill>
                  <a:srgbClr val="003366"/>
                </a:solidFill>
                <a:latin typeface="Arial Black"/>
                <a:cs typeface="Arial Black"/>
              </a:rPr>
              <a:t> </a:t>
            </a:r>
            <a:r>
              <a:rPr sz="1400" spc="-35" dirty="0">
                <a:solidFill>
                  <a:srgbClr val="003366"/>
                </a:solidFill>
                <a:latin typeface="Arial Black"/>
                <a:cs typeface="Arial Black"/>
              </a:rPr>
              <a:t>on</a:t>
            </a:r>
            <a:r>
              <a:rPr sz="1400" spc="-140" dirty="0">
                <a:solidFill>
                  <a:srgbClr val="003366"/>
                </a:solidFill>
                <a:latin typeface="Arial Black"/>
                <a:cs typeface="Arial Black"/>
              </a:rPr>
              <a:t> </a:t>
            </a:r>
            <a:r>
              <a:rPr sz="1400" spc="-10" dirty="0">
                <a:solidFill>
                  <a:srgbClr val="003366"/>
                </a:solidFill>
                <a:latin typeface="Arial Black"/>
                <a:cs typeface="Arial Black"/>
              </a:rPr>
              <a:t>glass</a:t>
            </a:r>
            <a:r>
              <a:rPr sz="1400" spc="-10" dirty="0">
                <a:solidFill>
                  <a:srgbClr val="475568"/>
                </a:solidFill>
                <a:latin typeface="Lucida Sans Unicode"/>
                <a:cs typeface="Lucida Sans Unicode"/>
              </a:rPr>
              <a:t>.</a:t>
            </a:r>
            <a:endParaRPr sz="1400" dirty="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58800" y="543242"/>
            <a:ext cx="486664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30" dirty="0"/>
              <a:t>System</a:t>
            </a:r>
            <a:r>
              <a:rPr sz="3600" spc="-390" dirty="0"/>
              <a:t> </a:t>
            </a:r>
            <a:r>
              <a:rPr sz="3600" spc="-105" dirty="0"/>
              <a:t>Architecture</a:t>
            </a:r>
            <a:endParaRPr sz="3600"/>
          </a:p>
        </p:txBody>
      </p:sp>
      <p:sp>
        <p:nvSpPr>
          <p:cNvPr id="4" name="object 4"/>
          <p:cNvSpPr/>
          <p:nvPr/>
        </p:nvSpPr>
        <p:spPr>
          <a:xfrm>
            <a:off x="571500" y="1266825"/>
            <a:ext cx="11049000" cy="28575"/>
          </a:xfrm>
          <a:custGeom>
            <a:avLst/>
            <a:gdLst/>
            <a:ahLst/>
            <a:cxnLst/>
            <a:rect l="l" t="t" r="r" b="b"/>
            <a:pathLst>
              <a:path w="11049000" h="28575">
                <a:moveTo>
                  <a:pt x="11048999" y="28499"/>
                </a:moveTo>
                <a:lnTo>
                  <a:pt x="0" y="28499"/>
                </a:lnTo>
                <a:lnTo>
                  <a:pt x="0" y="0"/>
                </a:lnTo>
                <a:lnTo>
                  <a:pt x="11048999" y="0"/>
                </a:lnTo>
                <a:lnTo>
                  <a:pt x="11048999" y="28499"/>
                </a:lnTo>
                <a:close/>
              </a:path>
            </a:pathLst>
          </a:custGeom>
          <a:solidFill>
            <a:srgbClr val="D4AE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58800" y="1692655"/>
            <a:ext cx="485457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475568"/>
                </a:solidFill>
                <a:latin typeface="Lucida Sans Unicode"/>
                <a:cs typeface="Lucida Sans Unicode"/>
              </a:rPr>
              <a:t>The</a:t>
            </a:r>
            <a:r>
              <a:rPr sz="1800" spc="-90" dirty="0">
                <a:solidFill>
                  <a:srgbClr val="475568"/>
                </a:solidFill>
                <a:latin typeface="Lucida Sans Unicode"/>
                <a:cs typeface="Lucida Sans Unicode"/>
              </a:rPr>
              <a:t> </a:t>
            </a:r>
            <a:r>
              <a:rPr sz="1800" spc="60" dirty="0">
                <a:solidFill>
                  <a:srgbClr val="475568"/>
                </a:solidFill>
                <a:latin typeface="Lucida Sans Unicode"/>
                <a:cs typeface="Lucida Sans Unicode"/>
              </a:rPr>
              <a:t>system</a:t>
            </a:r>
            <a:r>
              <a:rPr sz="1800" spc="-85" dirty="0">
                <a:solidFill>
                  <a:srgbClr val="475568"/>
                </a:solidFill>
                <a:latin typeface="Lucida Sans Unicode"/>
                <a:cs typeface="Lucida Sans Unicode"/>
              </a:rPr>
              <a:t> </a:t>
            </a:r>
            <a:r>
              <a:rPr sz="1800" spc="-10" dirty="0">
                <a:solidFill>
                  <a:srgbClr val="475568"/>
                </a:solidFill>
                <a:latin typeface="Lucida Sans Unicode"/>
                <a:cs typeface="Lucida Sans Unicode"/>
              </a:rPr>
              <a:t>is</a:t>
            </a:r>
            <a:r>
              <a:rPr sz="1800" spc="-85" dirty="0">
                <a:solidFill>
                  <a:srgbClr val="475568"/>
                </a:solidFill>
                <a:latin typeface="Lucida Sans Unicode"/>
                <a:cs typeface="Lucida Sans Unicode"/>
              </a:rPr>
              <a:t> </a:t>
            </a:r>
            <a:r>
              <a:rPr sz="1800" spc="-10" dirty="0">
                <a:solidFill>
                  <a:srgbClr val="475568"/>
                </a:solidFill>
                <a:latin typeface="Lucida Sans Unicode"/>
                <a:cs typeface="Lucida Sans Unicode"/>
              </a:rPr>
              <a:t>built</a:t>
            </a:r>
            <a:r>
              <a:rPr sz="1800" spc="-85" dirty="0">
                <a:solidFill>
                  <a:srgbClr val="475568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475568"/>
                </a:solidFill>
                <a:latin typeface="Lucida Sans Unicode"/>
                <a:cs typeface="Lucida Sans Unicode"/>
              </a:rPr>
              <a:t>on</a:t>
            </a:r>
            <a:r>
              <a:rPr sz="1800" spc="-85" dirty="0">
                <a:solidFill>
                  <a:srgbClr val="475568"/>
                </a:solidFill>
                <a:latin typeface="Lucida Sans Unicode"/>
                <a:cs typeface="Lucida Sans Unicode"/>
              </a:rPr>
              <a:t> </a:t>
            </a:r>
            <a:r>
              <a:rPr sz="1800" spc="-125" dirty="0">
                <a:solidFill>
                  <a:srgbClr val="003366"/>
                </a:solidFill>
                <a:latin typeface="Arial Black"/>
                <a:cs typeface="Arial Black"/>
              </a:rPr>
              <a:t>Logic</a:t>
            </a:r>
            <a:r>
              <a:rPr sz="1800" spc="-215" dirty="0">
                <a:solidFill>
                  <a:srgbClr val="003366"/>
                </a:solidFill>
                <a:latin typeface="Arial Black"/>
                <a:cs typeface="Arial Black"/>
              </a:rPr>
              <a:t> </a:t>
            </a:r>
            <a:r>
              <a:rPr sz="1800" spc="-10" dirty="0">
                <a:solidFill>
                  <a:srgbClr val="003366"/>
                </a:solidFill>
                <a:latin typeface="Arial Black"/>
                <a:cs typeface="Arial Black"/>
              </a:rPr>
              <a:t>Programming</a:t>
            </a:r>
            <a:endParaRPr sz="18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475568"/>
                </a:solidFill>
                <a:latin typeface="Lucida Sans Unicode"/>
                <a:cs typeface="Lucida Sans Unicode"/>
              </a:rPr>
              <a:t>using</a:t>
            </a:r>
            <a:r>
              <a:rPr sz="1800" spc="5" dirty="0">
                <a:solidFill>
                  <a:srgbClr val="475568"/>
                </a:solidFill>
                <a:latin typeface="Lucida Sans Unicode"/>
                <a:cs typeface="Lucida Sans Unicode"/>
              </a:rPr>
              <a:t> </a:t>
            </a:r>
            <a:r>
              <a:rPr sz="1800" spc="-10" dirty="0">
                <a:solidFill>
                  <a:srgbClr val="003366"/>
                </a:solidFill>
                <a:latin typeface="Arial Black"/>
                <a:cs typeface="Arial Black"/>
              </a:rPr>
              <a:t>Prolog</a:t>
            </a:r>
            <a:r>
              <a:rPr sz="1800" spc="-10" dirty="0">
                <a:solidFill>
                  <a:srgbClr val="475568"/>
                </a:solidFill>
                <a:latin typeface="Lucida Sans Unicode"/>
                <a:cs typeface="Lucida Sans Unicode"/>
              </a:rPr>
              <a:t>:</a:t>
            </a:r>
            <a:endParaRPr sz="1800">
              <a:latin typeface="Lucida Sans Unicode"/>
              <a:cs typeface="Lucida Sans Unicode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566737" y="2566987"/>
            <a:ext cx="4962525" cy="1057910"/>
            <a:chOff x="566737" y="2566987"/>
            <a:chExt cx="4962525" cy="1057910"/>
          </a:xfrm>
        </p:grpSpPr>
        <p:sp>
          <p:nvSpPr>
            <p:cNvPr id="7" name="object 7"/>
            <p:cNvSpPr/>
            <p:nvPr/>
          </p:nvSpPr>
          <p:spPr>
            <a:xfrm>
              <a:off x="571500" y="2571750"/>
              <a:ext cx="4953000" cy="1048385"/>
            </a:xfrm>
            <a:custGeom>
              <a:avLst/>
              <a:gdLst/>
              <a:ahLst/>
              <a:cxnLst/>
              <a:rect l="l" t="t" r="r" b="b"/>
              <a:pathLst>
                <a:path w="4953000" h="1048385">
                  <a:moveTo>
                    <a:pt x="4838684" y="1047899"/>
                  </a:moveTo>
                  <a:lnTo>
                    <a:pt x="114315" y="1047899"/>
                  </a:lnTo>
                  <a:lnTo>
                    <a:pt x="69818" y="1038916"/>
                  </a:lnTo>
                  <a:lnTo>
                    <a:pt x="33482" y="1014417"/>
                  </a:lnTo>
                  <a:lnTo>
                    <a:pt x="8983" y="978081"/>
                  </a:lnTo>
                  <a:lnTo>
                    <a:pt x="0" y="933584"/>
                  </a:lnTo>
                  <a:lnTo>
                    <a:pt x="0" y="114315"/>
                  </a:lnTo>
                  <a:lnTo>
                    <a:pt x="8983" y="69818"/>
                  </a:lnTo>
                  <a:lnTo>
                    <a:pt x="33482" y="33482"/>
                  </a:lnTo>
                  <a:lnTo>
                    <a:pt x="69818" y="8983"/>
                  </a:lnTo>
                  <a:lnTo>
                    <a:pt x="114315" y="0"/>
                  </a:lnTo>
                  <a:lnTo>
                    <a:pt x="4838684" y="0"/>
                  </a:lnTo>
                  <a:lnTo>
                    <a:pt x="4882431" y="8701"/>
                  </a:lnTo>
                  <a:lnTo>
                    <a:pt x="4919517" y="33482"/>
                  </a:lnTo>
                  <a:lnTo>
                    <a:pt x="4944298" y="70568"/>
                  </a:lnTo>
                  <a:lnTo>
                    <a:pt x="4952999" y="114315"/>
                  </a:lnTo>
                  <a:lnTo>
                    <a:pt x="4952999" y="933584"/>
                  </a:lnTo>
                  <a:lnTo>
                    <a:pt x="4944016" y="978081"/>
                  </a:lnTo>
                  <a:lnTo>
                    <a:pt x="4919517" y="1014417"/>
                  </a:lnTo>
                  <a:lnTo>
                    <a:pt x="4883181" y="1038916"/>
                  </a:lnTo>
                  <a:lnTo>
                    <a:pt x="4838684" y="10478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71500" y="2571750"/>
              <a:ext cx="4953000" cy="1048385"/>
            </a:xfrm>
            <a:custGeom>
              <a:avLst/>
              <a:gdLst/>
              <a:ahLst/>
              <a:cxnLst/>
              <a:rect l="l" t="t" r="r" b="b"/>
              <a:pathLst>
                <a:path w="4953000" h="1048385">
                  <a:moveTo>
                    <a:pt x="0" y="114315"/>
                  </a:moveTo>
                  <a:lnTo>
                    <a:pt x="8983" y="69818"/>
                  </a:lnTo>
                  <a:lnTo>
                    <a:pt x="33482" y="33482"/>
                  </a:lnTo>
                  <a:lnTo>
                    <a:pt x="69818" y="8983"/>
                  </a:lnTo>
                  <a:lnTo>
                    <a:pt x="114315" y="0"/>
                  </a:lnTo>
                  <a:lnTo>
                    <a:pt x="4838684" y="0"/>
                  </a:lnTo>
                  <a:lnTo>
                    <a:pt x="4882431" y="8701"/>
                  </a:lnTo>
                  <a:lnTo>
                    <a:pt x="4919517" y="33482"/>
                  </a:lnTo>
                  <a:lnTo>
                    <a:pt x="4944298" y="70568"/>
                  </a:lnTo>
                  <a:lnTo>
                    <a:pt x="4952999" y="114315"/>
                  </a:lnTo>
                  <a:lnTo>
                    <a:pt x="4952999" y="933584"/>
                  </a:lnTo>
                  <a:lnTo>
                    <a:pt x="4944016" y="978081"/>
                  </a:lnTo>
                  <a:lnTo>
                    <a:pt x="4919517" y="1014417"/>
                  </a:lnTo>
                  <a:lnTo>
                    <a:pt x="4883181" y="1038916"/>
                  </a:lnTo>
                  <a:lnTo>
                    <a:pt x="4838684" y="1047899"/>
                  </a:lnTo>
                  <a:lnTo>
                    <a:pt x="114315" y="1047899"/>
                  </a:lnTo>
                  <a:lnTo>
                    <a:pt x="69818" y="1038916"/>
                  </a:lnTo>
                  <a:lnTo>
                    <a:pt x="33482" y="1014417"/>
                  </a:lnTo>
                  <a:lnTo>
                    <a:pt x="8983" y="978081"/>
                  </a:lnTo>
                  <a:lnTo>
                    <a:pt x="0" y="933584"/>
                  </a:lnTo>
                  <a:lnTo>
                    <a:pt x="0" y="114315"/>
                  </a:lnTo>
                  <a:close/>
                </a:path>
              </a:pathLst>
            </a:custGeom>
            <a:ln w="9524">
              <a:solidFill>
                <a:srgbClr val="E1E7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7250" y="2910840"/>
              <a:ext cx="381000" cy="342900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1416050" y="2851034"/>
            <a:ext cx="2650490" cy="473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75" dirty="0">
                <a:solidFill>
                  <a:srgbClr val="003366"/>
                </a:solidFill>
                <a:latin typeface="Arial Black"/>
                <a:cs typeface="Arial Black"/>
              </a:rPr>
              <a:t>Backward</a:t>
            </a:r>
            <a:r>
              <a:rPr sz="1600" spc="-125" dirty="0">
                <a:solidFill>
                  <a:srgbClr val="003366"/>
                </a:solidFill>
                <a:latin typeface="Arial Black"/>
                <a:cs typeface="Arial Black"/>
              </a:rPr>
              <a:t> </a:t>
            </a:r>
            <a:r>
              <a:rPr sz="1600" spc="-10" dirty="0">
                <a:solidFill>
                  <a:srgbClr val="003366"/>
                </a:solidFill>
                <a:latin typeface="Arial Black"/>
                <a:cs typeface="Arial Black"/>
              </a:rPr>
              <a:t>Chaining</a:t>
            </a:r>
            <a:endParaRPr sz="16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300" dirty="0">
                <a:solidFill>
                  <a:srgbClr val="475568"/>
                </a:solidFill>
                <a:latin typeface="Lucida Sans Unicode"/>
                <a:cs typeface="Lucida Sans Unicode"/>
              </a:rPr>
              <a:t>Logic</a:t>
            </a:r>
            <a:r>
              <a:rPr sz="1300" spc="20" dirty="0">
                <a:solidFill>
                  <a:srgbClr val="475568"/>
                </a:solidFill>
                <a:latin typeface="Lucida Sans Unicode"/>
                <a:cs typeface="Lucida Sans Unicode"/>
              </a:rPr>
              <a:t> </a:t>
            </a:r>
            <a:r>
              <a:rPr sz="1300" dirty="0">
                <a:solidFill>
                  <a:srgbClr val="475568"/>
                </a:solidFill>
                <a:latin typeface="Lucida Sans Unicode"/>
                <a:cs typeface="Lucida Sans Unicode"/>
              </a:rPr>
              <a:t>travels</a:t>
            </a:r>
            <a:r>
              <a:rPr sz="1300" spc="25" dirty="0">
                <a:solidFill>
                  <a:srgbClr val="475568"/>
                </a:solidFill>
                <a:latin typeface="Lucida Sans Unicode"/>
                <a:cs typeface="Lucida Sans Unicode"/>
              </a:rPr>
              <a:t> </a:t>
            </a:r>
            <a:r>
              <a:rPr sz="1300" dirty="0">
                <a:solidFill>
                  <a:srgbClr val="475568"/>
                </a:solidFill>
                <a:latin typeface="Lucida Sans Unicode"/>
                <a:cs typeface="Lucida Sans Unicode"/>
              </a:rPr>
              <a:t>from</a:t>
            </a:r>
            <a:r>
              <a:rPr sz="1300" spc="20" dirty="0">
                <a:solidFill>
                  <a:srgbClr val="475568"/>
                </a:solidFill>
                <a:latin typeface="Lucida Sans Unicode"/>
                <a:cs typeface="Lucida Sans Unicode"/>
              </a:rPr>
              <a:t> </a:t>
            </a:r>
            <a:r>
              <a:rPr sz="1300" dirty="0">
                <a:solidFill>
                  <a:srgbClr val="475568"/>
                </a:solidFill>
                <a:latin typeface="Lucida Sans Unicode"/>
                <a:cs typeface="Lucida Sans Unicode"/>
              </a:rPr>
              <a:t>Goal</a:t>
            </a:r>
            <a:r>
              <a:rPr sz="1300" spc="25" dirty="0">
                <a:solidFill>
                  <a:srgbClr val="475568"/>
                </a:solidFill>
                <a:latin typeface="Lucida Sans Unicode"/>
                <a:cs typeface="Lucida Sans Unicode"/>
              </a:rPr>
              <a:t> </a:t>
            </a:r>
            <a:r>
              <a:rPr sz="1300" dirty="0">
                <a:solidFill>
                  <a:srgbClr val="475568"/>
                </a:solidFill>
                <a:latin typeface="Lucida Sans Unicode"/>
                <a:cs typeface="Lucida Sans Unicode"/>
              </a:rPr>
              <a:t>to</a:t>
            </a:r>
            <a:r>
              <a:rPr sz="1300" spc="25" dirty="0">
                <a:solidFill>
                  <a:srgbClr val="475568"/>
                </a:solidFill>
                <a:latin typeface="Lucida Sans Unicode"/>
                <a:cs typeface="Lucida Sans Unicode"/>
              </a:rPr>
              <a:t> </a:t>
            </a:r>
            <a:r>
              <a:rPr sz="1300" spc="-10" dirty="0">
                <a:solidFill>
                  <a:srgbClr val="475568"/>
                </a:solidFill>
                <a:latin typeface="Lucida Sans Unicode"/>
                <a:cs typeface="Lucida Sans Unicode"/>
              </a:rPr>
              <a:t>Facts.</a:t>
            </a:r>
            <a:endParaRPr sz="1300">
              <a:latin typeface="Lucida Sans Unicode"/>
              <a:cs typeface="Lucida Sans Unicode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566737" y="3757612"/>
            <a:ext cx="4962525" cy="1057910"/>
            <a:chOff x="566737" y="3757612"/>
            <a:chExt cx="4962525" cy="1057910"/>
          </a:xfrm>
        </p:grpSpPr>
        <p:sp>
          <p:nvSpPr>
            <p:cNvPr id="12" name="object 12"/>
            <p:cNvSpPr/>
            <p:nvPr/>
          </p:nvSpPr>
          <p:spPr>
            <a:xfrm>
              <a:off x="571500" y="3762375"/>
              <a:ext cx="4953000" cy="1048385"/>
            </a:xfrm>
            <a:custGeom>
              <a:avLst/>
              <a:gdLst/>
              <a:ahLst/>
              <a:cxnLst/>
              <a:rect l="l" t="t" r="r" b="b"/>
              <a:pathLst>
                <a:path w="4953000" h="1048385">
                  <a:moveTo>
                    <a:pt x="4838684" y="1047899"/>
                  </a:moveTo>
                  <a:lnTo>
                    <a:pt x="114315" y="1047899"/>
                  </a:lnTo>
                  <a:lnTo>
                    <a:pt x="69818" y="1038916"/>
                  </a:lnTo>
                  <a:lnTo>
                    <a:pt x="33482" y="1014417"/>
                  </a:lnTo>
                  <a:lnTo>
                    <a:pt x="8983" y="978081"/>
                  </a:lnTo>
                  <a:lnTo>
                    <a:pt x="0" y="933584"/>
                  </a:lnTo>
                  <a:lnTo>
                    <a:pt x="0" y="114315"/>
                  </a:lnTo>
                  <a:lnTo>
                    <a:pt x="8983" y="69818"/>
                  </a:lnTo>
                  <a:lnTo>
                    <a:pt x="33482" y="33482"/>
                  </a:lnTo>
                  <a:lnTo>
                    <a:pt x="69818" y="8983"/>
                  </a:lnTo>
                  <a:lnTo>
                    <a:pt x="114315" y="0"/>
                  </a:lnTo>
                  <a:lnTo>
                    <a:pt x="4838684" y="0"/>
                  </a:lnTo>
                  <a:lnTo>
                    <a:pt x="4882431" y="8701"/>
                  </a:lnTo>
                  <a:lnTo>
                    <a:pt x="4919517" y="33481"/>
                  </a:lnTo>
                  <a:lnTo>
                    <a:pt x="4944298" y="70568"/>
                  </a:lnTo>
                  <a:lnTo>
                    <a:pt x="4952999" y="114315"/>
                  </a:lnTo>
                  <a:lnTo>
                    <a:pt x="4952999" y="933584"/>
                  </a:lnTo>
                  <a:lnTo>
                    <a:pt x="4944016" y="978081"/>
                  </a:lnTo>
                  <a:lnTo>
                    <a:pt x="4919517" y="1014417"/>
                  </a:lnTo>
                  <a:lnTo>
                    <a:pt x="4883181" y="1038916"/>
                  </a:lnTo>
                  <a:lnTo>
                    <a:pt x="4838684" y="10478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71500" y="3762375"/>
              <a:ext cx="4953000" cy="1048385"/>
            </a:xfrm>
            <a:custGeom>
              <a:avLst/>
              <a:gdLst/>
              <a:ahLst/>
              <a:cxnLst/>
              <a:rect l="l" t="t" r="r" b="b"/>
              <a:pathLst>
                <a:path w="4953000" h="1048385">
                  <a:moveTo>
                    <a:pt x="0" y="114315"/>
                  </a:moveTo>
                  <a:lnTo>
                    <a:pt x="8983" y="69818"/>
                  </a:lnTo>
                  <a:lnTo>
                    <a:pt x="33482" y="33482"/>
                  </a:lnTo>
                  <a:lnTo>
                    <a:pt x="69818" y="8983"/>
                  </a:lnTo>
                  <a:lnTo>
                    <a:pt x="114315" y="0"/>
                  </a:lnTo>
                  <a:lnTo>
                    <a:pt x="4838684" y="0"/>
                  </a:lnTo>
                  <a:lnTo>
                    <a:pt x="4882431" y="8701"/>
                  </a:lnTo>
                  <a:lnTo>
                    <a:pt x="4919517" y="33481"/>
                  </a:lnTo>
                  <a:lnTo>
                    <a:pt x="4944298" y="70568"/>
                  </a:lnTo>
                  <a:lnTo>
                    <a:pt x="4952999" y="114315"/>
                  </a:lnTo>
                  <a:lnTo>
                    <a:pt x="4952999" y="933584"/>
                  </a:lnTo>
                  <a:lnTo>
                    <a:pt x="4944016" y="978081"/>
                  </a:lnTo>
                  <a:lnTo>
                    <a:pt x="4919517" y="1014417"/>
                  </a:lnTo>
                  <a:lnTo>
                    <a:pt x="4883181" y="1038916"/>
                  </a:lnTo>
                  <a:lnTo>
                    <a:pt x="4838684" y="1047899"/>
                  </a:lnTo>
                  <a:lnTo>
                    <a:pt x="114315" y="1047899"/>
                  </a:lnTo>
                  <a:lnTo>
                    <a:pt x="69818" y="1038916"/>
                  </a:lnTo>
                  <a:lnTo>
                    <a:pt x="33482" y="1014417"/>
                  </a:lnTo>
                  <a:lnTo>
                    <a:pt x="8983" y="978081"/>
                  </a:lnTo>
                  <a:lnTo>
                    <a:pt x="0" y="933584"/>
                  </a:lnTo>
                  <a:lnTo>
                    <a:pt x="0" y="114315"/>
                  </a:lnTo>
                  <a:close/>
                </a:path>
              </a:pathLst>
            </a:custGeom>
            <a:ln w="9524">
              <a:solidFill>
                <a:srgbClr val="E1E7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7250" y="4082415"/>
              <a:ext cx="381000" cy="381000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1416050" y="3941647"/>
            <a:ext cx="3048635" cy="673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05" dirty="0">
                <a:solidFill>
                  <a:srgbClr val="003366"/>
                </a:solidFill>
                <a:latin typeface="Arial Black"/>
                <a:cs typeface="Arial Black"/>
              </a:rPr>
              <a:t>The</a:t>
            </a:r>
            <a:r>
              <a:rPr sz="1600" spc="-165" dirty="0">
                <a:solidFill>
                  <a:srgbClr val="003366"/>
                </a:solidFill>
                <a:latin typeface="Arial Black"/>
                <a:cs typeface="Arial Black"/>
              </a:rPr>
              <a:t> </a:t>
            </a:r>
            <a:r>
              <a:rPr sz="1600" spc="-40" dirty="0">
                <a:solidFill>
                  <a:srgbClr val="003366"/>
                </a:solidFill>
                <a:latin typeface="Arial Black"/>
                <a:cs typeface="Arial Black"/>
              </a:rPr>
              <a:t>Cut</a:t>
            </a:r>
            <a:r>
              <a:rPr sz="1600" spc="-160" dirty="0">
                <a:solidFill>
                  <a:srgbClr val="003366"/>
                </a:solidFill>
                <a:latin typeface="Arial Black"/>
                <a:cs typeface="Arial Black"/>
              </a:rPr>
              <a:t> </a:t>
            </a:r>
            <a:r>
              <a:rPr sz="1600" spc="-45" dirty="0">
                <a:solidFill>
                  <a:srgbClr val="003366"/>
                </a:solidFill>
                <a:latin typeface="Arial Black"/>
                <a:cs typeface="Arial Black"/>
              </a:rPr>
              <a:t>Operator</a:t>
            </a:r>
            <a:r>
              <a:rPr sz="1600" spc="-160" dirty="0">
                <a:solidFill>
                  <a:srgbClr val="003366"/>
                </a:solidFill>
                <a:latin typeface="Arial Black"/>
                <a:cs typeface="Arial Black"/>
              </a:rPr>
              <a:t> </a:t>
            </a:r>
            <a:r>
              <a:rPr sz="1600" spc="90" dirty="0">
                <a:solidFill>
                  <a:srgbClr val="003366"/>
                </a:solidFill>
                <a:latin typeface="Arial Black"/>
                <a:cs typeface="Arial Black"/>
              </a:rPr>
              <a:t>(!)</a:t>
            </a:r>
            <a:endParaRPr sz="1600">
              <a:latin typeface="Arial Black"/>
              <a:cs typeface="Arial Black"/>
            </a:endParaRPr>
          </a:p>
          <a:p>
            <a:pPr marL="12700" marR="5080">
              <a:lnSpc>
                <a:spcPct val="101000"/>
              </a:lnSpc>
              <a:spcBef>
                <a:spcPts val="25"/>
              </a:spcBef>
            </a:pPr>
            <a:r>
              <a:rPr sz="1300" dirty="0">
                <a:solidFill>
                  <a:srgbClr val="475568"/>
                </a:solidFill>
                <a:latin typeface="Lucida Sans Unicode"/>
                <a:cs typeface="Lucida Sans Unicode"/>
              </a:rPr>
              <a:t>A</a:t>
            </a:r>
            <a:r>
              <a:rPr sz="1300" spc="35" dirty="0">
                <a:solidFill>
                  <a:srgbClr val="475568"/>
                </a:solidFill>
                <a:latin typeface="Lucida Sans Unicode"/>
                <a:cs typeface="Lucida Sans Unicode"/>
              </a:rPr>
              <a:t> </a:t>
            </a:r>
            <a:r>
              <a:rPr sz="1300" dirty="0">
                <a:solidFill>
                  <a:srgbClr val="475568"/>
                </a:solidFill>
                <a:latin typeface="Lucida Sans Unicode"/>
                <a:cs typeface="Lucida Sans Unicode"/>
              </a:rPr>
              <a:t>crucial</a:t>
            </a:r>
            <a:r>
              <a:rPr sz="1300" spc="35" dirty="0">
                <a:solidFill>
                  <a:srgbClr val="475568"/>
                </a:solidFill>
                <a:latin typeface="Lucida Sans Unicode"/>
                <a:cs typeface="Lucida Sans Unicode"/>
              </a:rPr>
              <a:t> </a:t>
            </a:r>
            <a:r>
              <a:rPr sz="1300" spc="60" dirty="0">
                <a:solidFill>
                  <a:srgbClr val="475568"/>
                </a:solidFill>
                <a:latin typeface="Lucida Sans Unicode"/>
                <a:cs typeface="Lucida Sans Unicode"/>
              </a:rPr>
              <a:t>mechanism</a:t>
            </a:r>
            <a:r>
              <a:rPr sz="1300" spc="35" dirty="0">
                <a:solidFill>
                  <a:srgbClr val="475568"/>
                </a:solidFill>
                <a:latin typeface="Lucida Sans Unicode"/>
                <a:cs typeface="Lucida Sans Unicode"/>
              </a:rPr>
              <a:t> </a:t>
            </a:r>
            <a:r>
              <a:rPr sz="1300" dirty="0">
                <a:solidFill>
                  <a:srgbClr val="475568"/>
                </a:solidFill>
                <a:latin typeface="Lucida Sans Unicode"/>
                <a:cs typeface="Lucida Sans Unicode"/>
              </a:rPr>
              <a:t>that</a:t>
            </a:r>
            <a:r>
              <a:rPr sz="1300" spc="40" dirty="0">
                <a:solidFill>
                  <a:srgbClr val="475568"/>
                </a:solidFill>
                <a:latin typeface="Lucida Sans Unicode"/>
                <a:cs typeface="Lucida Sans Unicode"/>
              </a:rPr>
              <a:t> </a:t>
            </a:r>
            <a:r>
              <a:rPr sz="1300" spc="-10" dirty="0">
                <a:solidFill>
                  <a:srgbClr val="475568"/>
                </a:solidFill>
                <a:latin typeface="Lucida Sans Unicode"/>
                <a:cs typeface="Lucida Sans Unicode"/>
              </a:rPr>
              <a:t>prevents </a:t>
            </a:r>
            <a:r>
              <a:rPr sz="1300" dirty="0">
                <a:solidFill>
                  <a:srgbClr val="475568"/>
                </a:solidFill>
                <a:latin typeface="Lucida Sans Unicode"/>
                <a:cs typeface="Lucida Sans Unicode"/>
              </a:rPr>
              <a:t>backtracking</a:t>
            </a:r>
            <a:r>
              <a:rPr sz="1300" spc="15" dirty="0">
                <a:solidFill>
                  <a:srgbClr val="475568"/>
                </a:solidFill>
                <a:latin typeface="Lucida Sans Unicode"/>
                <a:cs typeface="Lucida Sans Unicode"/>
              </a:rPr>
              <a:t> </a:t>
            </a:r>
            <a:r>
              <a:rPr sz="1300" spc="60" dirty="0">
                <a:solidFill>
                  <a:srgbClr val="475568"/>
                </a:solidFill>
                <a:latin typeface="Lucida Sans Unicode"/>
                <a:cs typeface="Lucida Sans Unicode"/>
              </a:rPr>
              <a:t>once</a:t>
            </a:r>
            <a:r>
              <a:rPr sz="1300" spc="15" dirty="0">
                <a:solidFill>
                  <a:srgbClr val="475568"/>
                </a:solidFill>
                <a:latin typeface="Lucida Sans Unicode"/>
                <a:cs typeface="Lucida Sans Unicode"/>
              </a:rPr>
              <a:t> </a:t>
            </a:r>
            <a:r>
              <a:rPr sz="1300" spc="160" dirty="0">
                <a:solidFill>
                  <a:srgbClr val="475568"/>
                </a:solidFill>
                <a:latin typeface="Lucida Sans Unicode"/>
                <a:cs typeface="Lucida Sans Unicode"/>
              </a:rPr>
              <a:t>a</a:t>
            </a:r>
            <a:r>
              <a:rPr sz="1300" spc="15" dirty="0">
                <a:solidFill>
                  <a:srgbClr val="475568"/>
                </a:solidFill>
                <a:latin typeface="Lucida Sans Unicode"/>
                <a:cs typeface="Lucida Sans Unicode"/>
              </a:rPr>
              <a:t> </a:t>
            </a:r>
            <a:r>
              <a:rPr sz="1300" spc="75" dirty="0">
                <a:solidFill>
                  <a:srgbClr val="475568"/>
                </a:solidFill>
                <a:latin typeface="Lucida Sans Unicode"/>
                <a:cs typeface="Lucida Sans Unicode"/>
              </a:rPr>
              <a:t>match</a:t>
            </a:r>
            <a:r>
              <a:rPr sz="1300" spc="15" dirty="0">
                <a:solidFill>
                  <a:srgbClr val="475568"/>
                </a:solidFill>
                <a:latin typeface="Lucida Sans Unicode"/>
                <a:cs typeface="Lucida Sans Unicode"/>
              </a:rPr>
              <a:t> </a:t>
            </a:r>
            <a:r>
              <a:rPr sz="1300" spc="-10" dirty="0">
                <a:solidFill>
                  <a:srgbClr val="475568"/>
                </a:solidFill>
                <a:latin typeface="Lucida Sans Unicode"/>
                <a:cs typeface="Lucida Sans Unicode"/>
              </a:rPr>
              <a:t>is</a:t>
            </a:r>
            <a:r>
              <a:rPr sz="1300" spc="15" dirty="0">
                <a:solidFill>
                  <a:srgbClr val="475568"/>
                </a:solidFill>
                <a:latin typeface="Lucida Sans Unicode"/>
                <a:cs typeface="Lucida Sans Unicode"/>
              </a:rPr>
              <a:t> </a:t>
            </a:r>
            <a:r>
              <a:rPr sz="1300" spc="-10" dirty="0">
                <a:solidFill>
                  <a:srgbClr val="475568"/>
                </a:solidFill>
                <a:latin typeface="Lucida Sans Unicode"/>
                <a:cs typeface="Lucida Sans Unicode"/>
              </a:rPr>
              <a:t>found.</a:t>
            </a:r>
            <a:endParaRPr sz="1300">
              <a:latin typeface="Lucida Sans Unicode"/>
              <a:cs typeface="Lucida Sans Unicode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566737" y="4948237"/>
            <a:ext cx="4962525" cy="1057910"/>
            <a:chOff x="566737" y="4948237"/>
            <a:chExt cx="4962525" cy="1057910"/>
          </a:xfrm>
        </p:grpSpPr>
        <p:sp>
          <p:nvSpPr>
            <p:cNvPr id="17" name="object 17"/>
            <p:cNvSpPr/>
            <p:nvPr/>
          </p:nvSpPr>
          <p:spPr>
            <a:xfrm>
              <a:off x="571500" y="4953000"/>
              <a:ext cx="4953000" cy="1048385"/>
            </a:xfrm>
            <a:custGeom>
              <a:avLst/>
              <a:gdLst/>
              <a:ahLst/>
              <a:cxnLst/>
              <a:rect l="l" t="t" r="r" b="b"/>
              <a:pathLst>
                <a:path w="4953000" h="1048385">
                  <a:moveTo>
                    <a:pt x="4838684" y="1047899"/>
                  </a:moveTo>
                  <a:lnTo>
                    <a:pt x="114315" y="1047899"/>
                  </a:lnTo>
                  <a:lnTo>
                    <a:pt x="69818" y="1038916"/>
                  </a:lnTo>
                  <a:lnTo>
                    <a:pt x="33482" y="1014417"/>
                  </a:lnTo>
                  <a:lnTo>
                    <a:pt x="8983" y="978081"/>
                  </a:lnTo>
                  <a:lnTo>
                    <a:pt x="0" y="933584"/>
                  </a:lnTo>
                  <a:lnTo>
                    <a:pt x="0" y="114315"/>
                  </a:lnTo>
                  <a:lnTo>
                    <a:pt x="8983" y="69818"/>
                  </a:lnTo>
                  <a:lnTo>
                    <a:pt x="33482" y="33482"/>
                  </a:lnTo>
                  <a:lnTo>
                    <a:pt x="69818" y="8983"/>
                  </a:lnTo>
                  <a:lnTo>
                    <a:pt x="114315" y="0"/>
                  </a:lnTo>
                  <a:lnTo>
                    <a:pt x="4838684" y="0"/>
                  </a:lnTo>
                  <a:lnTo>
                    <a:pt x="4882431" y="8701"/>
                  </a:lnTo>
                  <a:lnTo>
                    <a:pt x="4919517" y="33481"/>
                  </a:lnTo>
                  <a:lnTo>
                    <a:pt x="4944298" y="70568"/>
                  </a:lnTo>
                  <a:lnTo>
                    <a:pt x="4952999" y="114315"/>
                  </a:lnTo>
                  <a:lnTo>
                    <a:pt x="4952999" y="933584"/>
                  </a:lnTo>
                  <a:lnTo>
                    <a:pt x="4944016" y="978081"/>
                  </a:lnTo>
                  <a:lnTo>
                    <a:pt x="4919517" y="1014417"/>
                  </a:lnTo>
                  <a:lnTo>
                    <a:pt x="4883181" y="1038916"/>
                  </a:lnTo>
                  <a:lnTo>
                    <a:pt x="4838684" y="10478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71500" y="4953000"/>
              <a:ext cx="4953000" cy="1048385"/>
            </a:xfrm>
            <a:custGeom>
              <a:avLst/>
              <a:gdLst/>
              <a:ahLst/>
              <a:cxnLst/>
              <a:rect l="l" t="t" r="r" b="b"/>
              <a:pathLst>
                <a:path w="4953000" h="1048385">
                  <a:moveTo>
                    <a:pt x="0" y="114315"/>
                  </a:moveTo>
                  <a:lnTo>
                    <a:pt x="8983" y="69818"/>
                  </a:lnTo>
                  <a:lnTo>
                    <a:pt x="33482" y="33482"/>
                  </a:lnTo>
                  <a:lnTo>
                    <a:pt x="69818" y="8983"/>
                  </a:lnTo>
                  <a:lnTo>
                    <a:pt x="114315" y="0"/>
                  </a:lnTo>
                  <a:lnTo>
                    <a:pt x="4838684" y="0"/>
                  </a:lnTo>
                  <a:lnTo>
                    <a:pt x="4882431" y="8701"/>
                  </a:lnTo>
                  <a:lnTo>
                    <a:pt x="4919517" y="33481"/>
                  </a:lnTo>
                  <a:lnTo>
                    <a:pt x="4944298" y="70568"/>
                  </a:lnTo>
                  <a:lnTo>
                    <a:pt x="4952999" y="114315"/>
                  </a:lnTo>
                  <a:lnTo>
                    <a:pt x="4952999" y="933584"/>
                  </a:lnTo>
                  <a:lnTo>
                    <a:pt x="4944016" y="978081"/>
                  </a:lnTo>
                  <a:lnTo>
                    <a:pt x="4919517" y="1014417"/>
                  </a:lnTo>
                  <a:lnTo>
                    <a:pt x="4883181" y="1038916"/>
                  </a:lnTo>
                  <a:lnTo>
                    <a:pt x="4838684" y="1047899"/>
                  </a:lnTo>
                  <a:lnTo>
                    <a:pt x="114315" y="1047899"/>
                  </a:lnTo>
                  <a:lnTo>
                    <a:pt x="69818" y="1038916"/>
                  </a:lnTo>
                  <a:lnTo>
                    <a:pt x="33482" y="1014417"/>
                  </a:lnTo>
                  <a:lnTo>
                    <a:pt x="8983" y="978081"/>
                  </a:lnTo>
                  <a:lnTo>
                    <a:pt x="0" y="933584"/>
                  </a:lnTo>
                  <a:lnTo>
                    <a:pt x="0" y="114315"/>
                  </a:lnTo>
                  <a:close/>
                </a:path>
              </a:pathLst>
            </a:custGeom>
            <a:ln w="9524">
              <a:solidFill>
                <a:srgbClr val="E1E7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35025" y="5307965"/>
              <a:ext cx="425450" cy="311150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1416050" y="5132272"/>
            <a:ext cx="3085465" cy="673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0" dirty="0">
                <a:solidFill>
                  <a:srgbClr val="003366"/>
                </a:solidFill>
                <a:latin typeface="Arial Black"/>
                <a:cs typeface="Arial Black"/>
              </a:rPr>
              <a:t>Recursion</a:t>
            </a:r>
            <a:endParaRPr sz="1600">
              <a:latin typeface="Arial Black"/>
              <a:cs typeface="Arial Black"/>
            </a:endParaRPr>
          </a:p>
          <a:p>
            <a:pPr marL="12700" marR="5080">
              <a:lnSpc>
                <a:spcPct val="101000"/>
              </a:lnSpc>
              <a:spcBef>
                <a:spcPts val="25"/>
              </a:spcBef>
            </a:pPr>
            <a:r>
              <a:rPr sz="1300" dirty="0">
                <a:solidFill>
                  <a:srgbClr val="475568"/>
                </a:solidFill>
                <a:latin typeface="Lucida Sans Unicode"/>
                <a:cs typeface="Lucida Sans Unicode"/>
              </a:rPr>
              <a:t>Used</a:t>
            </a:r>
            <a:r>
              <a:rPr sz="1300" spc="80" dirty="0">
                <a:solidFill>
                  <a:srgbClr val="475568"/>
                </a:solidFill>
                <a:latin typeface="Lucida Sans Unicode"/>
                <a:cs typeface="Lucida Sans Unicode"/>
              </a:rPr>
              <a:t> </a:t>
            </a:r>
            <a:r>
              <a:rPr sz="1300" dirty="0">
                <a:solidFill>
                  <a:srgbClr val="475568"/>
                </a:solidFill>
                <a:latin typeface="Lucida Sans Unicode"/>
                <a:cs typeface="Lucida Sans Unicode"/>
              </a:rPr>
              <a:t>to</a:t>
            </a:r>
            <a:r>
              <a:rPr sz="1300" spc="85" dirty="0">
                <a:solidFill>
                  <a:srgbClr val="475568"/>
                </a:solidFill>
                <a:latin typeface="Lucida Sans Unicode"/>
                <a:cs typeface="Lucida Sans Unicode"/>
              </a:rPr>
              <a:t> </a:t>
            </a:r>
            <a:r>
              <a:rPr sz="1300" dirty="0">
                <a:solidFill>
                  <a:srgbClr val="475568"/>
                </a:solidFill>
                <a:latin typeface="Lucida Sans Unicode"/>
                <a:cs typeface="Lucida Sans Unicode"/>
              </a:rPr>
              <a:t>traverse</a:t>
            </a:r>
            <a:r>
              <a:rPr sz="1300" spc="85" dirty="0">
                <a:solidFill>
                  <a:srgbClr val="475568"/>
                </a:solidFill>
                <a:latin typeface="Lucida Sans Unicode"/>
                <a:cs typeface="Lucida Sans Unicode"/>
              </a:rPr>
              <a:t> </a:t>
            </a:r>
            <a:r>
              <a:rPr sz="1300" dirty="0">
                <a:solidFill>
                  <a:srgbClr val="475568"/>
                </a:solidFill>
                <a:latin typeface="Lucida Sans Unicode"/>
                <a:cs typeface="Lucida Sans Unicode"/>
              </a:rPr>
              <a:t>the</a:t>
            </a:r>
            <a:r>
              <a:rPr sz="1300" spc="85" dirty="0">
                <a:solidFill>
                  <a:srgbClr val="475568"/>
                </a:solidFill>
                <a:latin typeface="Lucida Sans Unicode"/>
                <a:cs typeface="Lucida Sans Unicode"/>
              </a:rPr>
              <a:t> </a:t>
            </a:r>
            <a:r>
              <a:rPr sz="1300" dirty="0">
                <a:solidFill>
                  <a:srgbClr val="475568"/>
                </a:solidFill>
                <a:latin typeface="Lucida Sans Unicode"/>
                <a:cs typeface="Lucida Sans Unicode"/>
              </a:rPr>
              <a:t>Knowledge</a:t>
            </a:r>
            <a:r>
              <a:rPr sz="1300" spc="85" dirty="0">
                <a:solidFill>
                  <a:srgbClr val="475568"/>
                </a:solidFill>
                <a:latin typeface="Lucida Sans Unicode"/>
                <a:cs typeface="Lucida Sans Unicode"/>
              </a:rPr>
              <a:t> </a:t>
            </a:r>
            <a:r>
              <a:rPr sz="1300" spc="50" dirty="0">
                <a:solidFill>
                  <a:srgbClr val="475568"/>
                </a:solidFill>
                <a:latin typeface="Lucida Sans Unicode"/>
                <a:cs typeface="Lucida Sans Unicode"/>
              </a:rPr>
              <a:t>Base </a:t>
            </a:r>
            <a:r>
              <a:rPr sz="1300" spc="-10" dirty="0">
                <a:solidFill>
                  <a:srgbClr val="475568"/>
                </a:solidFill>
                <a:latin typeface="Lucida Sans Unicode"/>
                <a:cs typeface="Lucida Sans Unicode"/>
              </a:rPr>
              <a:t>efficiently.</a:t>
            </a:r>
            <a:endParaRPr sz="1300">
              <a:latin typeface="Lucida Sans Unicode"/>
              <a:cs typeface="Lucida Sans Unicode"/>
            </a:endParaRPr>
          </a:p>
        </p:txBody>
      </p:sp>
      <p:pic>
        <p:nvPicPr>
          <p:cNvPr id="21" name="object 2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796937" y="2114699"/>
            <a:ext cx="6395062" cy="388619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05" dirty="0"/>
              <a:t>Diagnostic</a:t>
            </a:r>
            <a:r>
              <a:rPr sz="3600" spc="-440" dirty="0"/>
              <a:t> </a:t>
            </a:r>
            <a:r>
              <a:rPr sz="3600" spc="-45" dirty="0"/>
              <a:t>Algorithm</a:t>
            </a:r>
            <a:endParaRPr sz="3600"/>
          </a:p>
        </p:txBody>
      </p:sp>
      <p:sp>
        <p:nvSpPr>
          <p:cNvPr id="4" name="object 4"/>
          <p:cNvSpPr/>
          <p:nvPr/>
        </p:nvSpPr>
        <p:spPr>
          <a:xfrm>
            <a:off x="571500" y="1266825"/>
            <a:ext cx="6191885" cy="28575"/>
          </a:xfrm>
          <a:custGeom>
            <a:avLst/>
            <a:gdLst/>
            <a:ahLst/>
            <a:cxnLst/>
            <a:rect l="l" t="t" r="r" b="b"/>
            <a:pathLst>
              <a:path w="6191884" h="28575">
                <a:moveTo>
                  <a:pt x="6191399" y="28499"/>
                </a:moveTo>
                <a:lnTo>
                  <a:pt x="0" y="28499"/>
                </a:lnTo>
                <a:lnTo>
                  <a:pt x="0" y="0"/>
                </a:lnTo>
                <a:lnTo>
                  <a:pt x="6191399" y="0"/>
                </a:lnTo>
                <a:lnTo>
                  <a:pt x="6191399" y="28499"/>
                </a:lnTo>
                <a:close/>
              </a:path>
            </a:pathLst>
          </a:custGeom>
          <a:solidFill>
            <a:srgbClr val="D4AE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58800" y="1505788"/>
            <a:ext cx="5844540" cy="78232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147955">
              <a:lnSpc>
                <a:spcPct val="103299"/>
              </a:lnSpc>
              <a:spcBef>
                <a:spcPts val="90"/>
              </a:spcBef>
            </a:pPr>
            <a:r>
              <a:rPr sz="1050" spc="20" dirty="0">
                <a:solidFill>
                  <a:srgbClr val="475568"/>
                </a:solidFill>
                <a:latin typeface="Lucida Sans Unicode"/>
                <a:cs typeface="Lucida Sans Unicode"/>
              </a:rPr>
              <a:t>The</a:t>
            </a:r>
            <a:r>
              <a:rPr sz="1050" spc="-20" dirty="0">
                <a:solidFill>
                  <a:srgbClr val="475568"/>
                </a:solidFill>
                <a:latin typeface="Lucida Sans Unicode"/>
                <a:cs typeface="Lucida Sans Unicode"/>
              </a:rPr>
              <a:t> </a:t>
            </a:r>
            <a:r>
              <a:rPr sz="1050" spc="20" dirty="0">
                <a:solidFill>
                  <a:srgbClr val="475568"/>
                </a:solidFill>
                <a:latin typeface="Lucida Sans Unicode"/>
                <a:cs typeface="Lucida Sans Unicode"/>
              </a:rPr>
              <a:t>algorithm</a:t>
            </a:r>
            <a:r>
              <a:rPr sz="1050" spc="-20" dirty="0">
                <a:solidFill>
                  <a:srgbClr val="475568"/>
                </a:solidFill>
                <a:latin typeface="Lucida Sans Unicode"/>
                <a:cs typeface="Lucida Sans Unicode"/>
              </a:rPr>
              <a:t> </a:t>
            </a:r>
            <a:r>
              <a:rPr sz="1050" spc="10" dirty="0">
                <a:solidFill>
                  <a:srgbClr val="475568"/>
                </a:solidFill>
                <a:latin typeface="Lucida Sans Unicode"/>
                <a:cs typeface="Lucida Sans Unicode"/>
              </a:rPr>
              <a:t>follows</a:t>
            </a:r>
            <a:r>
              <a:rPr sz="1050" spc="-15" dirty="0">
                <a:solidFill>
                  <a:srgbClr val="475568"/>
                </a:solidFill>
                <a:latin typeface="Lucida Sans Unicode"/>
                <a:cs typeface="Lucida Sans Unicode"/>
              </a:rPr>
              <a:t> </a:t>
            </a:r>
            <a:r>
              <a:rPr sz="1050" spc="155" dirty="0">
                <a:solidFill>
                  <a:srgbClr val="475568"/>
                </a:solidFill>
                <a:latin typeface="Lucida Sans Unicode"/>
                <a:cs typeface="Lucida Sans Unicode"/>
              </a:rPr>
              <a:t>a</a:t>
            </a:r>
            <a:r>
              <a:rPr sz="1050" spc="-20" dirty="0">
                <a:solidFill>
                  <a:srgbClr val="475568"/>
                </a:solidFill>
                <a:latin typeface="Lucida Sans Unicode"/>
                <a:cs typeface="Lucida Sans Unicode"/>
              </a:rPr>
              <a:t> </a:t>
            </a:r>
            <a:r>
              <a:rPr sz="1050" spc="20" dirty="0">
                <a:solidFill>
                  <a:srgbClr val="475568"/>
                </a:solidFill>
                <a:latin typeface="Lucida Sans Unicode"/>
                <a:cs typeface="Lucida Sans Unicode"/>
              </a:rPr>
              <a:t>linear</a:t>
            </a:r>
            <a:r>
              <a:rPr sz="1050" spc="-20" dirty="0">
                <a:solidFill>
                  <a:srgbClr val="475568"/>
                </a:solidFill>
                <a:latin typeface="Lucida Sans Unicode"/>
                <a:cs typeface="Lucida Sans Unicode"/>
              </a:rPr>
              <a:t> </a:t>
            </a:r>
            <a:r>
              <a:rPr sz="1050" spc="65" dirty="0">
                <a:solidFill>
                  <a:srgbClr val="475568"/>
                </a:solidFill>
                <a:latin typeface="Lucida Sans Unicode"/>
                <a:cs typeface="Lucida Sans Unicode"/>
              </a:rPr>
              <a:t>sequence</a:t>
            </a:r>
            <a:r>
              <a:rPr sz="1050" spc="-15" dirty="0">
                <a:solidFill>
                  <a:srgbClr val="475568"/>
                </a:solidFill>
                <a:latin typeface="Lucida Sans Unicode"/>
                <a:cs typeface="Lucida Sans Unicode"/>
              </a:rPr>
              <a:t> </a:t>
            </a:r>
            <a:r>
              <a:rPr sz="1050" spc="20" dirty="0">
                <a:solidFill>
                  <a:srgbClr val="475568"/>
                </a:solidFill>
                <a:latin typeface="Lucida Sans Unicode"/>
                <a:cs typeface="Lucida Sans Unicode"/>
              </a:rPr>
              <a:t>from</a:t>
            </a:r>
            <a:r>
              <a:rPr sz="1050" spc="-20" dirty="0">
                <a:solidFill>
                  <a:srgbClr val="475568"/>
                </a:solidFill>
                <a:latin typeface="Lucida Sans Unicode"/>
                <a:cs typeface="Lucida Sans Unicode"/>
              </a:rPr>
              <a:t> </a:t>
            </a:r>
            <a:r>
              <a:rPr sz="1050" spc="10" dirty="0">
                <a:solidFill>
                  <a:srgbClr val="475568"/>
                </a:solidFill>
                <a:latin typeface="Lucida Sans Unicode"/>
                <a:cs typeface="Lucida Sans Unicode"/>
              </a:rPr>
              <a:t>initialization</a:t>
            </a:r>
            <a:r>
              <a:rPr sz="1050" spc="-20" dirty="0">
                <a:solidFill>
                  <a:srgbClr val="475568"/>
                </a:solidFill>
                <a:latin typeface="Lucida Sans Unicode"/>
                <a:cs typeface="Lucida Sans Unicode"/>
              </a:rPr>
              <a:t> </a:t>
            </a:r>
            <a:r>
              <a:rPr sz="1050" spc="20" dirty="0">
                <a:solidFill>
                  <a:srgbClr val="475568"/>
                </a:solidFill>
                <a:latin typeface="Lucida Sans Unicode"/>
                <a:cs typeface="Lucida Sans Unicode"/>
              </a:rPr>
              <a:t>to</a:t>
            </a:r>
            <a:r>
              <a:rPr sz="1050" spc="-15" dirty="0">
                <a:solidFill>
                  <a:srgbClr val="475568"/>
                </a:solidFill>
                <a:latin typeface="Lucida Sans Unicode"/>
                <a:cs typeface="Lucida Sans Unicode"/>
              </a:rPr>
              <a:t> </a:t>
            </a:r>
            <a:r>
              <a:rPr sz="1050" spc="10" dirty="0">
                <a:solidFill>
                  <a:srgbClr val="475568"/>
                </a:solidFill>
                <a:latin typeface="Lucida Sans Unicode"/>
                <a:cs typeface="Lucida Sans Unicode"/>
              </a:rPr>
              <a:t>output,</a:t>
            </a:r>
            <a:r>
              <a:rPr sz="1050" spc="-20" dirty="0">
                <a:solidFill>
                  <a:srgbClr val="475568"/>
                </a:solidFill>
                <a:latin typeface="Lucida Sans Unicode"/>
                <a:cs typeface="Lucida Sans Unicode"/>
              </a:rPr>
              <a:t> </a:t>
            </a:r>
            <a:r>
              <a:rPr sz="1050" spc="20" dirty="0">
                <a:solidFill>
                  <a:srgbClr val="475568"/>
                </a:solidFill>
                <a:latin typeface="Lucida Sans Unicode"/>
                <a:cs typeface="Lucida Sans Unicode"/>
              </a:rPr>
              <a:t>with</a:t>
            </a:r>
            <a:r>
              <a:rPr sz="1050" spc="-20" dirty="0">
                <a:solidFill>
                  <a:srgbClr val="475568"/>
                </a:solidFill>
                <a:latin typeface="Lucida Sans Unicode"/>
                <a:cs typeface="Lucida Sans Unicode"/>
              </a:rPr>
              <a:t> </a:t>
            </a:r>
            <a:r>
              <a:rPr sz="1050" spc="155" dirty="0">
                <a:solidFill>
                  <a:srgbClr val="475568"/>
                </a:solidFill>
                <a:latin typeface="Lucida Sans Unicode"/>
                <a:cs typeface="Lucida Sans Unicode"/>
              </a:rPr>
              <a:t>a</a:t>
            </a:r>
            <a:r>
              <a:rPr sz="1050" spc="-15" dirty="0">
                <a:solidFill>
                  <a:srgbClr val="475568"/>
                </a:solidFill>
                <a:latin typeface="Lucida Sans Unicode"/>
                <a:cs typeface="Lucida Sans Unicode"/>
              </a:rPr>
              <a:t> </a:t>
            </a:r>
            <a:r>
              <a:rPr sz="1050" spc="-10" dirty="0">
                <a:solidFill>
                  <a:srgbClr val="475568"/>
                </a:solidFill>
                <a:latin typeface="Lucida Sans Unicode"/>
                <a:cs typeface="Lucida Sans Unicode"/>
              </a:rPr>
              <a:t>specific </a:t>
            </a:r>
            <a:r>
              <a:rPr sz="1050" spc="75" dirty="0">
                <a:solidFill>
                  <a:srgbClr val="475568"/>
                </a:solidFill>
                <a:latin typeface="Lucida Sans Unicode"/>
                <a:cs typeface="Lucida Sans Unicode"/>
              </a:rPr>
              <a:t>mechanism</a:t>
            </a:r>
            <a:r>
              <a:rPr sz="1050" spc="25" dirty="0">
                <a:solidFill>
                  <a:srgbClr val="475568"/>
                </a:solidFill>
                <a:latin typeface="Lucida Sans Unicode"/>
                <a:cs typeface="Lucida Sans Unicode"/>
              </a:rPr>
              <a:t> </a:t>
            </a:r>
            <a:r>
              <a:rPr sz="1050" dirty="0">
                <a:solidFill>
                  <a:srgbClr val="475568"/>
                </a:solidFill>
                <a:latin typeface="Lucida Sans Unicode"/>
                <a:cs typeface="Lucida Sans Unicode"/>
              </a:rPr>
              <a:t>for</a:t>
            </a:r>
            <a:r>
              <a:rPr sz="1050" spc="30" dirty="0">
                <a:solidFill>
                  <a:srgbClr val="475568"/>
                </a:solidFill>
                <a:latin typeface="Lucida Sans Unicode"/>
                <a:cs typeface="Lucida Sans Unicode"/>
              </a:rPr>
              <a:t> </a:t>
            </a:r>
            <a:r>
              <a:rPr sz="1050" spc="10" dirty="0">
                <a:solidFill>
                  <a:srgbClr val="475568"/>
                </a:solidFill>
                <a:latin typeface="Lucida Sans Unicode"/>
                <a:cs typeface="Lucida Sans Unicode"/>
              </a:rPr>
              <a:t>handling</a:t>
            </a:r>
            <a:r>
              <a:rPr sz="1050" spc="30" dirty="0">
                <a:solidFill>
                  <a:srgbClr val="475568"/>
                </a:solidFill>
                <a:latin typeface="Lucida Sans Unicode"/>
                <a:cs typeface="Lucida Sans Unicode"/>
              </a:rPr>
              <a:t> </a:t>
            </a:r>
            <a:r>
              <a:rPr sz="1050" spc="10" dirty="0">
                <a:solidFill>
                  <a:srgbClr val="475568"/>
                </a:solidFill>
                <a:latin typeface="Lucida Sans Unicode"/>
                <a:cs typeface="Lucida Sans Unicode"/>
              </a:rPr>
              <a:t>rule</a:t>
            </a:r>
            <a:r>
              <a:rPr sz="1050" spc="30" dirty="0">
                <a:solidFill>
                  <a:srgbClr val="475568"/>
                </a:solidFill>
                <a:latin typeface="Lucida Sans Unicode"/>
                <a:cs typeface="Lucida Sans Unicode"/>
              </a:rPr>
              <a:t> </a:t>
            </a:r>
            <a:r>
              <a:rPr sz="1050" spc="45" dirty="0">
                <a:solidFill>
                  <a:srgbClr val="475568"/>
                </a:solidFill>
                <a:latin typeface="Lucida Sans Unicode"/>
                <a:cs typeface="Lucida Sans Unicode"/>
              </a:rPr>
              <a:t>matches.</a:t>
            </a:r>
            <a:endParaRPr sz="1050">
              <a:latin typeface="Lucida Sans Unicode"/>
              <a:cs typeface="Lucida Sans Unicode"/>
            </a:endParaRPr>
          </a:p>
          <a:p>
            <a:pPr marL="12700" marR="5080">
              <a:lnSpc>
                <a:spcPct val="103299"/>
              </a:lnSpc>
              <a:spcBef>
                <a:spcPts val="750"/>
              </a:spcBef>
            </a:pPr>
            <a:r>
              <a:rPr sz="1050" spc="-30" dirty="0">
                <a:solidFill>
                  <a:srgbClr val="475568"/>
                </a:solidFill>
                <a:latin typeface="Lucida Sans Unicode"/>
                <a:cs typeface="Lucida Sans Unicode"/>
              </a:rPr>
              <a:t>If</a:t>
            </a:r>
            <a:r>
              <a:rPr sz="1050" spc="40" dirty="0">
                <a:solidFill>
                  <a:srgbClr val="475568"/>
                </a:solidFill>
                <a:latin typeface="Lucida Sans Unicode"/>
                <a:cs typeface="Lucida Sans Unicode"/>
              </a:rPr>
              <a:t> </a:t>
            </a:r>
            <a:r>
              <a:rPr sz="1050" dirty="0">
                <a:solidFill>
                  <a:srgbClr val="475568"/>
                </a:solidFill>
                <a:latin typeface="Lucida Sans Unicode"/>
                <a:cs typeface="Lucida Sans Unicode"/>
              </a:rPr>
              <a:t>the</a:t>
            </a:r>
            <a:r>
              <a:rPr sz="1050" spc="40" dirty="0">
                <a:solidFill>
                  <a:srgbClr val="475568"/>
                </a:solidFill>
                <a:latin typeface="Lucida Sans Unicode"/>
                <a:cs typeface="Lucida Sans Unicode"/>
              </a:rPr>
              <a:t> </a:t>
            </a:r>
            <a:r>
              <a:rPr sz="1050" dirty="0">
                <a:solidFill>
                  <a:srgbClr val="475568"/>
                </a:solidFill>
                <a:latin typeface="Lucida Sans Unicode"/>
                <a:cs typeface="Lucida Sans Unicode"/>
              </a:rPr>
              <a:t>rule</a:t>
            </a:r>
            <a:r>
              <a:rPr sz="1050" spc="40" dirty="0">
                <a:solidFill>
                  <a:srgbClr val="475568"/>
                </a:solidFill>
                <a:latin typeface="Lucida Sans Unicode"/>
                <a:cs typeface="Lucida Sans Unicode"/>
              </a:rPr>
              <a:t> </a:t>
            </a:r>
            <a:r>
              <a:rPr sz="1050" spc="55" dirty="0">
                <a:solidFill>
                  <a:srgbClr val="475568"/>
                </a:solidFill>
                <a:latin typeface="Lucida Sans Unicode"/>
                <a:cs typeface="Lucida Sans Unicode"/>
              </a:rPr>
              <a:t>matches,</a:t>
            </a:r>
            <a:r>
              <a:rPr sz="1050" spc="40" dirty="0">
                <a:solidFill>
                  <a:srgbClr val="475568"/>
                </a:solidFill>
                <a:latin typeface="Lucida Sans Unicode"/>
                <a:cs typeface="Lucida Sans Unicode"/>
              </a:rPr>
              <a:t> </a:t>
            </a:r>
            <a:r>
              <a:rPr sz="1050" dirty="0">
                <a:solidFill>
                  <a:srgbClr val="475568"/>
                </a:solidFill>
                <a:latin typeface="Lucida Sans Unicode"/>
                <a:cs typeface="Lucida Sans Unicode"/>
              </a:rPr>
              <a:t>the</a:t>
            </a:r>
            <a:r>
              <a:rPr sz="1050" spc="30" dirty="0">
                <a:solidFill>
                  <a:srgbClr val="475568"/>
                </a:solidFill>
                <a:latin typeface="Lucida Sans Unicode"/>
                <a:cs typeface="Lucida Sans Unicode"/>
              </a:rPr>
              <a:t> </a:t>
            </a:r>
            <a:r>
              <a:rPr sz="1050" dirty="0">
                <a:solidFill>
                  <a:srgbClr val="003366"/>
                </a:solidFill>
                <a:latin typeface="Arial Black"/>
                <a:cs typeface="Arial Black"/>
              </a:rPr>
              <a:t>Cut</a:t>
            </a:r>
            <a:r>
              <a:rPr sz="1050" spc="-60" dirty="0">
                <a:solidFill>
                  <a:srgbClr val="003366"/>
                </a:solidFill>
                <a:latin typeface="Arial Black"/>
                <a:cs typeface="Arial Black"/>
              </a:rPr>
              <a:t> </a:t>
            </a:r>
            <a:r>
              <a:rPr sz="1050" dirty="0">
                <a:solidFill>
                  <a:srgbClr val="003366"/>
                </a:solidFill>
                <a:latin typeface="Arial Black"/>
                <a:cs typeface="Arial Black"/>
              </a:rPr>
              <a:t>operator</a:t>
            </a:r>
            <a:r>
              <a:rPr sz="1050" spc="10" dirty="0">
                <a:solidFill>
                  <a:srgbClr val="003366"/>
                </a:solidFill>
                <a:latin typeface="Arial Black"/>
                <a:cs typeface="Arial Black"/>
              </a:rPr>
              <a:t> </a:t>
            </a:r>
            <a:r>
              <a:rPr sz="1050" dirty="0">
                <a:solidFill>
                  <a:srgbClr val="475568"/>
                </a:solidFill>
                <a:latin typeface="Lucida Sans Unicode"/>
                <a:cs typeface="Lucida Sans Unicode"/>
              </a:rPr>
              <a:t>stops</a:t>
            </a:r>
            <a:r>
              <a:rPr sz="1050" spc="40" dirty="0">
                <a:solidFill>
                  <a:srgbClr val="475568"/>
                </a:solidFill>
                <a:latin typeface="Lucida Sans Unicode"/>
                <a:cs typeface="Lucida Sans Unicode"/>
              </a:rPr>
              <a:t> </a:t>
            </a:r>
            <a:r>
              <a:rPr sz="1050" dirty="0">
                <a:solidFill>
                  <a:srgbClr val="475568"/>
                </a:solidFill>
                <a:latin typeface="Lucida Sans Unicode"/>
                <a:cs typeface="Lucida Sans Unicode"/>
              </a:rPr>
              <a:t>the</a:t>
            </a:r>
            <a:r>
              <a:rPr sz="1050" spc="40" dirty="0">
                <a:solidFill>
                  <a:srgbClr val="475568"/>
                </a:solidFill>
                <a:latin typeface="Lucida Sans Unicode"/>
                <a:cs typeface="Lucida Sans Unicode"/>
              </a:rPr>
              <a:t> </a:t>
            </a:r>
            <a:r>
              <a:rPr sz="1050" dirty="0">
                <a:solidFill>
                  <a:srgbClr val="475568"/>
                </a:solidFill>
                <a:latin typeface="Lucida Sans Unicode"/>
                <a:cs typeface="Lucida Sans Unicode"/>
              </a:rPr>
              <a:t>search.</a:t>
            </a:r>
            <a:r>
              <a:rPr sz="1050" spc="45" dirty="0">
                <a:solidFill>
                  <a:srgbClr val="475568"/>
                </a:solidFill>
                <a:latin typeface="Lucida Sans Unicode"/>
                <a:cs typeface="Lucida Sans Unicode"/>
              </a:rPr>
              <a:t> </a:t>
            </a:r>
            <a:r>
              <a:rPr sz="1050" spc="-30" dirty="0">
                <a:solidFill>
                  <a:srgbClr val="475568"/>
                </a:solidFill>
                <a:latin typeface="Lucida Sans Unicode"/>
                <a:cs typeface="Lucida Sans Unicode"/>
              </a:rPr>
              <a:t>If</a:t>
            </a:r>
            <a:r>
              <a:rPr sz="1050" spc="40" dirty="0">
                <a:solidFill>
                  <a:srgbClr val="475568"/>
                </a:solidFill>
                <a:latin typeface="Lucida Sans Unicode"/>
                <a:cs typeface="Lucida Sans Unicode"/>
              </a:rPr>
              <a:t> </a:t>
            </a:r>
            <a:r>
              <a:rPr sz="1050" dirty="0">
                <a:solidFill>
                  <a:srgbClr val="475568"/>
                </a:solidFill>
                <a:latin typeface="Lucida Sans Unicode"/>
                <a:cs typeface="Lucida Sans Unicode"/>
              </a:rPr>
              <a:t>no</a:t>
            </a:r>
            <a:r>
              <a:rPr sz="1050" spc="40" dirty="0">
                <a:solidFill>
                  <a:srgbClr val="475568"/>
                </a:solidFill>
                <a:latin typeface="Lucida Sans Unicode"/>
                <a:cs typeface="Lucida Sans Unicode"/>
              </a:rPr>
              <a:t> </a:t>
            </a:r>
            <a:r>
              <a:rPr sz="1050" dirty="0">
                <a:solidFill>
                  <a:srgbClr val="475568"/>
                </a:solidFill>
                <a:latin typeface="Lucida Sans Unicode"/>
                <a:cs typeface="Lucida Sans Unicode"/>
              </a:rPr>
              <a:t>rules</a:t>
            </a:r>
            <a:r>
              <a:rPr sz="1050" spc="40" dirty="0">
                <a:solidFill>
                  <a:srgbClr val="475568"/>
                </a:solidFill>
                <a:latin typeface="Lucida Sans Unicode"/>
                <a:cs typeface="Lucida Sans Unicode"/>
              </a:rPr>
              <a:t> </a:t>
            </a:r>
            <a:r>
              <a:rPr sz="1050" spc="55" dirty="0">
                <a:solidFill>
                  <a:srgbClr val="475568"/>
                </a:solidFill>
                <a:latin typeface="Lucida Sans Unicode"/>
                <a:cs typeface="Lucida Sans Unicode"/>
              </a:rPr>
              <a:t>match,</a:t>
            </a:r>
            <a:r>
              <a:rPr sz="1050" spc="40" dirty="0">
                <a:solidFill>
                  <a:srgbClr val="475568"/>
                </a:solidFill>
                <a:latin typeface="Lucida Sans Unicode"/>
                <a:cs typeface="Lucida Sans Unicode"/>
              </a:rPr>
              <a:t> </a:t>
            </a:r>
            <a:r>
              <a:rPr sz="1050" dirty="0">
                <a:solidFill>
                  <a:srgbClr val="475568"/>
                </a:solidFill>
                <a:latin typeface="Lucida Sans Unicode"/>
                <a:cs typeface="Lucida Sans Unicode"/>
              </a:rPr>
              <a:t>the</a:t>
            </a:r>
            <a:r>
              <a:rPr sz="1050" spc="15" dirty="0">
                <a:solidFill>
                  <a:srgbClr val="475568"/>
                </a:solidFill>
                <a:latin typeface="Lucida Sans Unicode"/>
                <a:cs typeface="Lucida Sans Unicode"/>
              </a:rPr>
              <a:t> </a:t>
            </a:r>
            <a:r>
              <a:rPr sz="1050" spc="-10" dirty="0">
                <a:solidFill>
                  <a:srgbClr val="003366"/>
                </a:solidFill>
                <a:latin typeface="Arial Black"/>
                <a:cs typeface="Arial Black"/>
              </a:rPr>
              <a:t>fallback predicate</a:t>
            </a:r>
            <a:r>
              <a:rPr sz="1050" spc="30" dirty="0">
                <a:solidFill>
                  <a:srgbClr val="003366"/>
                </a:solidFill>
                <a:latin typeface="Arial Black"/>
                <a:cs typeface="Arial Black"/>
              </a:rPr>
              <a:t> </a:t>
            </a:r>
            <a:r>
              <a:rPr sz="1050" dirty="0">
                <a:solidFill>
                  <a:srgbClr val="475568"/>
                </a:solidFill>
                <a:latin typeface="Lucida Sans Unicode"/>
                <a:cs typeface="Lucida Sans Unicode"/>
              </a:rPr>
              <a:t>informs</a:t>
            </a:r>
            <a:r>
              <a:rPr sz="1050" spc="65" dirty="0">
                <a:solidFill>
                  <a:srgbClr val="475568"/>
                </a:solidFill>
                <a:latin typeface="Lucida Sans Unicode"/>
                <a:cs typeface="Lucida Sans Unicode"/>
              </a:rPr>
              <a:t> </a:t>
            </a:r>
            <a:r>
              <a:rPr sz="1050" dirty="0">
                <a:solidFill>
                  <a:srgbClr val="475568"/>
                </a:solidFill>
                <a:latin typeface="Lucida Sans Unicode"/>
                <a:cs typeface="Lucida Sans Unicode"/>
              </a:rPr>
              <a:t>the</a:t>
            </a:r>
            <a:r>
              <a:rPr sz="1050" spc="65" dirty="0">
                <a:solidFill>
                  <a:srgbClr val="475568"/>
                </a:solidFill>
                <a:latin typeface="Lucida Sans Unicode"/>
                <a:cs typeface="Lucida Sans Unicode"/>
              </a:rPr>
              <a:t> </a:t>
            </a:r>
            <a:r>
              <a:rPr sz="1050" spc="-10" dirty="0">
                <a:solidFill>
                  <a:srgbClr val="475568"/>
                </a:solidFill>
                <a:latin typeface="Lucida Sans Unicode"/>
                <a:cs typeface="Lucida Sans Unicode"/>
              </a:rPr>
              <a:t>user.</a:t>
            </a:r>
            <a:endParaRPr sz="1050">
              <a:latin typeface="Lucida Sans Unicode"/>
              <a:cs typeface="Lucida Sans Unicode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566737" y="2566987"/>
            <a:ext cx="6201410" cy="771525"/>
            <a:chOff x="566737" y="2566987"/>
            <a:chExt cx="6201410" cy="771525"/>
          </a:xfrm>
        </p:grpSpPr>
        <p:sp>
          <p:nvSpPr>
            <p:cNvPr id="7" name="object 7"/>
            <p:cNvSpPr/>
            <p:nvPr/>
          </p:nvSpPr>
          <p:spPr>
            <a:xfrm>
              <a:off x="571500" y="2571750"/>
              <a:ext cx="6191885" cy="762000"/>
            </a:xfrm>
            <a:custGeom>
              <a:avLst/>
              <a:gdLst/>
              <a:ahLst/>
              <a:cxnLst/>
              <a:rect l="l" t="t" r="r" b="b"/>
              <a:pathLst>
                <a:path w="6191884" h="762000">
                  <a:moveTo>
                    <a:pt x="6077099" y="761999"/>
                  </a:moveTo>
                  <a:lnTo>
                    <a:pt x="114299" y="761999"/>
                  </a:lnTo>
                  <a:lnTo>
                    <a:pt x="69809" y="753017"/>
                  </a:lnTo>
                  <a:lnTo>
                    <a:pt x="33477" y="728522"/>
                  </a:lnTo>
                  <a:lnTo>
                    <a:pt x="8982" y="692190"/>
                  </a:lnTo>
                  <a:lnTo>
                    <a:pt x="0" y="647699"/>
                  </a:lnTo>
                  <a:lnTo>
                    <a:pt x="0" y="114299"/>
                  </a:ln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299" y="0"/>
                  </a:lnTo>
                  <a:lnTo>
                    <a:pt x="6077099" y="0"/>
                  </a:lnTo>
                  <a:lnTo>
                    <a:pt x="6120840" y="8700"/>
                  </a:lnTo>
                  <a:lnTo>
                    <a:pt x="6157922" y="33477"/>
                  </a:lnTo>
                  <a:lnTo>
                    <a:pt x="6182699" y="70559"/>
                  </a:lnTo>
                  <a:lnTo>
                    <a:pt x="6191399" y="114299"/>
                  </a:lnTo>
                  <a:lnTo>
                    <a:pt x="6191399" y="647699"/>
                  </a:lnTo>
                  <a:lnTo>
                    <a:pt x="6182417" y="692190"/>
                  </a:lnTo>
                  <a:lnTo>
                    <a:pt x="6157922" y="728522"/>
                  </a:lnTo>
                  <a:lnTo>
                    <a:pt x="6121590" y="753017"/>
                  </a:lnTo>
                  <a:lnTo>
                    <a:pt x="6077099" y="7619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71500" y="2571750"/>
              <a:ext cx="6191885" cy="762000"/>
            </a:xfrm>
            <a:custGeom>
              <a:avLst/>
              <a:gdLst/>
              <a:ahLst/>
              <a:cxnLst/>
              <a:rect l="l" t="t" r="r" b="b"/>
              <a:pathLst>
                <a:path w="6191884" h="762000">
                  <a:moveTo>
                    <a:pt x="0" y="114299"/>
                  </a:move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299" y="0"/>
                  </a:lnTo>
                  <a:lnTo>
                    <a:pt x="6077099" y="0"/>
                  </a:lnTo>
                  <a:lnTo>
                    <a:pt x="6120840" y="8700"/>
                  </a:lnTo>
                  <a:lnTo>
                    <a:pt x="6157922" y="33477"/>
                  </a:lnTo>
                  <a:lnTo>
                    <a:pt x="6182699" y="70559"/>
                  </a:lnTo>
                  <a:lnTo>
                    <a:pt x="6191399" y="114299"/>
                  </a:lnTo>
                  <a:lnTo>
                    <a:pt x="6191399" y="647699"/>
                  </a:lnTo>
                  <a:lnTo>
                    <a:pt x="6182417" y="692190"/>
                  </a:lnTo>
                  <a:lnTo>
                    <a:pt x="6157922" y="728522"/>
                  </a:lnTo>
                  <a:lnTo>
                    <a:pt x="6121590" y="753017"/>
                  </a:lnTo>
                  <a:lnTo>
                    <a:pt x="6077099" y="761999"/>
                  </a:lnTo>
                  <a:lnTo>
                    <a:pt x="114299" y="761999"/>
                  </a:lnTo>
                  <a:lnTo>
                    <a:pt x="69809" y="753017"/>
                  </a:lnTo>
                  <a:lnTo>
                    <a:pt x="33477" y="728522"/>
                  </a:lnTo>
                  <a:lnTo>
                    <a:pt x="8982" y="692190"/>
                  </a:lnTo>
                  <a:lnTo>
                    <a:pt x="0" y="647699"/>
                  </a:lnTo>
                  <a:lnTo>
                    <a:pt x="0" y="114299"/>
                  </a:lnTo>
                  <a:close/>
                </a:path>
              </a:pathLst>
            </a:custGeom>
            <a:ln w="9524">
              <a:solidFill>
                <a:srgbClr val="E1E7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87449" y="2838132"/>
              <a:ext cx="165100" cy="209550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1511300" y="2742438"/>
            <a:ext cx="965200" cy="4044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670"/>
              </a:lnSpc>
              <a:spcBef>
                <a:spcPts val="100"/>
              </a:spcBef>
            </a:pPr>
            <a:r>
              <a:rPr sz="1400" spc="-245" dirty="0">
                <a:solidFill>
                  <a:srgbClr val="003366"/>
                </a:solidFill>
                <a:latin typeface="Arial Black"/>
                <a:cs typeface="Arial Black"/>
              </a:rPr>
              <a:t>1.</a:t>
            </a:r>
            <a:r>
              <a:rPr sz="1400" spc="-175" dirty="0">
                <a:solidFill>
                  <a:srgbClr val="003366"/>
                </a:solidFill>
                <a:latin typeface="Arial Black"/>
                <a:cs typeface="Arial Black"/>
              </a:rPr>
              <a:t> </a:t>
            </a:r>
            <a:r>
              <a:rPr sz="1400" spc="-10" dirty="0">
                <a:solidFill>
                  <a:srgbClr val="003366"/>
                </a:solidFill>
                <a:latin typeface="Arial Black"/>
                <a:cs typeface="Arial Black"/>
              </a:rPr>
              <a:t>Start</a:t>
            </a:r>
            <a:endParaRPr sz="1400">
              <a:latin typeface="Arial Black"/>
              <a:cs typeface="Arial Black"/>
            </a:endParaRPr>
          </a:p>
          <a:p>
            <a:pPr marL="12700">
              <a:lnSpc>
                <a:spcPts val="1310"/>
              </a:lnSpc>
            </a:pPr>
            <a:r>
              <a:rPr sz="1100" spc="-20" dirty="0">
                <a:solidFill>
                  <a:srgbClr val="475568"/>
                </a:solidFill>
                <a:latin typeface="Lucida Sans Unicode"/>
                <a:cs typeface="Lucida Sans Unicode"/>
              </a:rPr>
              <a:t>Initialize</a:t>
            </a:r>
            <a:r>
              <a:rPr sz="1100" dirty="0">
                <a:solidFill>
                  <a:srgbClr val="475568"/>
                </a:solidFill>
                <a:latin typeface="Lucida Sans Unicode"/>
                <a:cs typeface="Lucida Sans Unicode"/>
              </a:rPr>
              <a:t> </a:t>
            </a:r>
            <a:r>
              <a:rPr sz="1100" spc="-25" dirty="0">
                <a:solidFill>
                  <a:srgbClr val="475568"/>
                </a:solidFill>
                <a:latin typeface="Arial Black"/>
                <a:cs typeface="Arial Black"/>
              </a:rPr>
              <a:t>start</a:t>
            </a:r>
            <a:endParaRPr sz="1100">
              <a:latin typeface="Arial Black"/>
              <a:cs typeface="Arial Black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566737" y="3471862"/>
            <a:ext cx="6201410" cy="771525"/>
            <a:chOff x="566737" y="3471862"/>
            <a:chExt cx="6201410" cy="771525"/>
          </a:xfrm>
        </p:grpSpPr>
        <p:sp>
          <p:nvSpPr>
            <p:cNvPr id="12" name="object 12"/>
            <p:cNvSpPr/>
            <p:nvPr/>
          </p:nvSpPr>
          <p:spPr>
            <a:xfrm>
              <a:off x="571500" y="3476625"/>
              <a:ext cx="6191885" cy="762000"/>
            </a:xfrm>
            <a:custGeom>
              <a:avLst/>
              <a:gdLst/>
              <a:ahLst/>
              <a:cxnLst/>
              <a:rect l="l" t="t" r="r" b="b"/>
              <a:pathLst>
                <a:path w="6191884" h="762000">
                  <a:moveTo>
                    <a:pt x="6077099" y="761999"/>
                  </a:moveTo>
                  <a:lnTo>
                    <a:pt x="114299" y="761999"/>
                  </a:lnTo>
                  <a:lnTo>
                    <a:pt x="69809" y="753017"/>
                  </a:lnTo>
                  <a:lnTo>
                    <a:pt x="33477" y="728522"/>
                  </a:lnTo>
                  <a:lnTo>
                    <a:pt x="8982" y="692190"/>
                  </a:lnTo>
                  <a:lnTo>
                    <a:pt x="0" y="647699"/>
                  </a:lnTo>
                  <a:lnTo>
                    <a:pt x="0" y="114299"/>
                  </a:ln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299" y="0"/>
                  </a:lnTo>
                  <a:lnTo>
                    <a:pt x="6077099" y="0"/>
                  </a:lnTo>
                  <a:lnTo>
                    <a:pt x="6120840" y="8700"/>
                  </a:lnTo>
                  <a:lnTo>
                    <a:pt x="6157922" y="33477"/>
                  </a:lnTo>
                  <a:lnTo>
                    <a:pt x="6182699" y="70559"/>
                  </a:lnTo>
                  <a:lnTo>
                    <a:pt x="6191399" y="114299"/>
                  </a:lnTo>
                  <a:lnTo>
                    <a:pt x="6191399" y="647699"/>
                  </a:lnTo>
                  <a:lnTo>
                    <a:pt x="6182417" y="692190"/>
                  </a:lnTo>
                  <a:lnTo>
                    <a:pt x="6157922" y="728522"/>
                  </a:lnTo>
                  <a:lnTo>
                    <a:pt x="6121590" y="753017"/>
                  </a:lnTo>
                  <a:lnTo>
                    <a:pt x="6077099" y="7619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71500" y="3476625"/>
              <a:ext cx="6191885" cy="762000"/>
            </a:xfrm>
            <a:custGeom>
              <a:avLst/>
              <a:gdLst/>
              <a:ahLst/>
              <a:cxnLst/>
              <a:rect l="l" t="t" r="r" b="b"/>
              <a:pathLst>
                <a:path w="6191884" h="762000">
                  <a:moveTo>
                    <a:pt x="0" y="114299"/>
                  </a:move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299" y="0"/>
                  </a:lnTo>
                  <a:lnTo>
                    <a:pt x="6077099" y="0"/>
                  </a:lnTo>
                  <a:lnTo>
                    <a:pt x="6120840" y="8700"/>
                  </a:lnTo>
                  <a:lnTo>
                    <a:pt x="6157922" y="33477"/>
                  </a:lnTo>
                  <a:lnTo>
                    <a:pt x="6182699" y="70559"/>
                  </a:lnTo>
                  <a:lnTo>
                    <a:pt x="6191399" y="114299"/>
                  </a:lnTo>
                  <a:lnTo>
                    <a:pt x="6191399" y="647699"/>
                  </a:lnTo>
                  <a:lnTo>
                    <a:pt x="6182417" y="692190"/>
                  </a:lnTo>
                  <a:lnTo>
                    <a:pt x="6157922" y="728522"/>
                  </a:lnTo>
                  <a:lnTo>
                    <a:pt x="6121590" y="753017"/>
                  </a:lnTo>
                  <a:lnTo>
                    <a:pt x="6077099" y="761999"/>
                  </a:lnTo>
                  <a:lnTo>
                    <a:pt x="114299" y="761999"/>
                  </a:lnTo>
                  <a:lnTo>
                    <a:pt x="69809" y="753017"/>
                  </a:lnTo>
                  <a:lnTo>
                    <a:pt x="33477" y="728522"/>
                  </a:lnTo>
                  <a:lnTo>
                    <a:pt x="8982" y="692190"/>
                  </a:lnTo>
                  <a:lnTo>
                    <a:pt x="0" y="647699"/>
                  </a:lnTo>
                  <a:lnTo>
                    <a:pt x="0" y="114299"/>
                  </a:lnTo>
                  <a:close/>
                </a:path>
              </a:pathLst>
            </a:custGeom>
            <a:ln w="9524">
              <a:solidFill>
                <a:srgbClr val="E1E7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98549" y="3698557"/>
              <a:ext cx="298450" cy="298450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1511300" y="3647313"/>
            <a:ext cx="1762125" cy="4044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670"/>
              </a:lnSpc>
              <a:spcBef>
                <a:spcPts val="100"/>
              </a:spcBef>
            </a:pPr>
            <a:r>
              <a:rPr sz="1400" spc="-105" dirty="0">
                <a:solidFill>
                  <a:srgbClr val="003366"/>
                </a:solidFill>
                <a:latin typeface="Arial Black"/>
                <a:cs typeface="Arial Black"/>
              </a:rPr>
              <a:t>2.</a:t>
            </a:r>
            <a:r>
              <a:rPr sz="1400" spc="-175" dirty="0">
                <a:solidFill>
                  <a:srgbClr val="003366"/>
                </a:solidFill>
                <a:latin typeface="Arial Black"/>
                <a:cs typeface="Arial Black"/>
              </a:rPr>
              <a:t> </a:t>
            </a:r>
            <a:r>
              <a:rPr sz="1400" spc="-25" dirty="0">
                <a:solidFill>
                  <a:srgbClr val="003366"/>
                </a:solidFill>
                <a:latin typeface="Arial Black"/>
                <a:cs typeface="Arial Black"/>
              </a:rPr>
              <a:t>Ask</a:t>
            </a:r>
            <a:endParaRPr sz="1400">
              <a:latin typeface="Arial Black"/>
              <a:cs typeface="Arial Black"/>
            </a:endParaRPr>
          </a:p>
          <a:p>
            <a:pPr marL="12700">
              <a:lnSpc>
                <a:spcPts val="1310"/>
              </a:lnSpc>
            </a:pPr>
            <a:r>
              <a:rPr sz="1100" dirty="0">
                <a:solidFill>
                  <a:srgbClr val="475568"/>
                </a:solidFill>
                <a:latin typeface="Lucida Sans Unicode"/>
                <a:cs typeface="Lucida Sans Unicode"/>
              </a:rPr>
              <a:t>Evaluate</a:t>
            </a:r>
            <a:r>
              <a:rPr sz="1100" spc="110" dirty="0">
                <a:solidFill>
                  <a:srgbClr val="475568"/>
                </a:solidFill>
                <a:latin typeface="Lucida Sans Unicode"/>
                <a:cs typeface="Lucida Sans Unicode"/>
              </a:rPr>
              <a:t> </a:t>
            </a:r>
            <a:r>
              <a:rPr sz="1100" spc="-40" dirty="0">
                <a:solidFill>
                  <a:srgbClr val="475568"/>
                </a:solidFill>
                <a:latin typeface="Arial Black"/>
                <a:cs typeface="Arial Black"/>
              </a:rPr>
              <a:t>Diagnose</a:t>
            </a:r>
            <a:r>
              <a:rPr sz="1100" dirty="0">
                <a:solidFill>
                  <a:srgbClr val="475568"/>
                </a:solidFill>
                <a:latin typeface="Arial Black"/>
                <a:cs typeface="Arial Black"/>
              </a:rPr>
              <a:t> </a:t>
            </a:r>
            <a:r>
              <a:rPr sz="1100" spc="-35" dirty="0">
                <a:solidFill>
                  <a:srgbClr val="475568"/>
                </a:solidFill>
                <a:latin typeface="Arial Black"/>
                <a:cs typeface="Arial Black"/>
              </a:rPr>
              <a:t>Rules</a:t>
            </a:r>
            <a:endParaRPr sz="1100">
              <a:latin typeface="Arial Black"/>
              <a:cs typeface="Arial Black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566737" y="4376737"/>
            <a:ext cx="6201410" cy="771525"/>
            <a:chOff x="566737" y="4376737"/>
            <a:chExt cx="6201410" cy="771525"/>
          </a:xfrm>
        </p:grpSpPr>
        <p:sp>
          <p:nvSpPr>
            <p:cNvPr id="17" name="object 17"/>
            <p:cNvSpPr/>
            <p:nvPr/>
          </p:nvSpPr>
          <p:spPr>
            <a:xfrm>
              <a:off x="571500" y="4381500"/>
              <a:ext cx="6191885" cy="762000"/>
            </a:xfrm>
            <a:custGeom>
              <a:avLst/>
              <a:gdLst/>
              <a:ahLst/>
              <a:cxnLst/>
              <a:rect l="l" t="t" r="r" b="b"/>
              <a:pathLst>
                <a:path w="6191884" h="762000">
                  <a:moveTo>
                    <a:pt x="6077099" y="761999"/>
                  </a:moveTo>
                  <a:lnTo>
                    <a:pt x="114299" y="761999"/>
                  </a:lnTo>
                  <a:lnTo>
                    <a:pt x="69809" y="753017"/>
                  </a:lnTo>
                  <a:lnTo>
                    <a:pt x="33477" y="728522"/>
                  </a:lnTo>
                  <a:lnTo>
                    <a:pt x="8982" y="692190"/>
                  </a:lnTo>
                  <a:lnTo>
                    <a:pt x="0" y="647699"/>
                  </a:lnTo>
                  <a:lnTo>
                    <a:pt x="0" y="114299"/>
                  </a:ln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299" y="0"/>
                  </a:lnTo>
                  <a:lnTo>
                    <a:pt x="6077099" y="0"/>
                  </a:lnTo>
                  <a:lnTo>
                    <a:pt x="6120840" y="8700"/>
                  </a:lnTo>
                  <a:lnTo>
                    <a:pt x="6157922" y="33477"/>
                  </a:lnTo>
                  <a:lnTo>
                    <a:pt x="6182699" y="70559"/>
                  </a:lnTo>
                  <a:lnTo>
                    <a:pt x="6191399" y="114299"/>
                  </a:lnTo>
                  <a:lnTo>
                    <a:pt x="6191399" y="647699"/>
                  </a:lnTo>
                  <a:lnTo>
                    <a:pt x="6182417" y="692190"/>
                  </a:lnTo>
                  <a:lnTo>
                    <a:pt x="6157922" y="728522"/>
                  </a:lnTo>
                  <a:lnTo>
                    <a:pt x="6121590" y="753017"/>
                  </a:lnTo>
                  <a:lnTo>
                    <a:pt x="6077099" y="7619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71500" y="4381500"/>
              <a:ext cx="6191885" cy="762000"/>
            </a:xfrm>
            <a:custGeom>
              <a:avLst/>
              <a:gdLst/>
              <a:ahLst/>
              <a:cxnLst/>
              <a:rect l="l" t="t" r="r" b="b"/>
              <a:pathLst>
                <a:path w="6191884" h="762000">
                  <a:moveTo>
                    <a:pt x="0" y="114299"/>
                  </a:move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299" y="0"/>
                  </a:lnTo>
                  <a:lnTo>
                    <a:pt x="6077099" y="0"/>
                  </a:lnTo>
                  <a:lnTo>
                    <a:pt x="6120840" y="8700"/>
                  </a:lnTo>
                  <a:lnTo>
                    <a:pt x="6157922" y="33477"/>
                  </a:lnTo>
                  <a:lnTo>
                    <a:pt x="6182699" y="70559"/>
                  </a:lnTo>
                  <a:lnTo>
                    <a:pt x="6191399" y="114299"/>
                  </a:lnTo>
                  <a:lnTo>
                    <a:pt x="6191399" y="647699"/>
                  </a:lnTo>
                  <a:lnTo>
                    <a:pt x="6182417" y="692190"/>
                  </a:lnTo>
                  <a:lnTo>
                    <a:pt x="6157922" y="728522"/>
                  </a:lnTo>
                  <a:lnTo>
                    <a:pt x="6121590" y="753017"/>
                  </a:lnTo>
                  <a:lnTo>
                    <a:pt x="6077099" y="761999"/>
                  </a:lnTo>
                  <a:lnTo>
                    <a:pt x="114299" y="761999"/>
                  </a:lnTo>
                  <a:lnTo>
                    <a:pt x="69809" y="753017"/>
                  </a:lnTo>
                  <a:lnTo>
                    <a:pt x="33477" y="728522"/>
                  </a:lnTo>
                  <a:lnTo>
                    <a:pt x="8982" y="692190"/>
                  </a:lnTo>
                  <a:lnTo>
                    <a:pt x="0" y="647699"/>
                  </a:lnTo>
                  <a:lnTo>
                    <a:pt x="0" y="114299"/>
                  </a:lnTo>
                  <a:close/>
                </a:path>
              </a:pathLst>
            </a:custGeom>
            <a:ln w="9524">
              <a:solidFill>
                <a:srgbClr val="E1E7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98549" y="4603432"/>
              <a:ext cx="298450" cy="298450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1511300" y="4552188"/>
            <a:ext cx="1143000" cy="4044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670"/>
              </a:lnSpc>
              <a:spcBef>
                <a:spcPts val="100"/>
              </a:spcBef>
            </a:pPr>
            <a:r>
              <a:rPr sz="1400" spc="-90" dirty="0">
                <a:solidFill>
                  <a:srgbClr val="003366"/>
                </a:solidFill>
                <a:latin typeface="Arial Black"/>
                <a:cs typeface="Arial Black"/>
              </a:rPr>
              <a:t>3.</a:t>
            </a:r>
            <a:r>
              <a:rPr sz="1400" spc="-165" dirty="0">
                <a:solidFill>
                  <a:srgbClr val="003366"/>
                </a:solidFill>
                <a:latin typeface="Arial Black"/>
                <a:cs typeface="Arial Black"/>
              </a:rPr>
              <a:t> </a:t>
            </a:r>
            <a:r>
              <a:rPr sz="1400" spc="-10" dirty="0">
                <a:solidFill>
                  <a:srgbClr val="003366"/>
                </a:solidFill>
                <a:latin typeface="Arial Black"/>
                <a:cs typeface="Arial Black"/>
              </a:rPr>
              <a:t>Process</a:t>
            </a:r>
            <a:endParaRPr sz="1400">
              <a:latin typeface="Arial Black"/>
              <a:cs typeface="Arial Black"/>
            </a:endParaRPr>
          </a:p>
          <a:p>
            <a:pPr marL="12700">
              <a:lnSpc>
                <a:spcPts val="1310"/>
              </a:lnSpc>
            </a:pPr>
            <a:r>
              <a:rPr sz="1100" dirty="0">
                <a:solidFill>
                  <a:srgbClr val="475568"/>
                </a:solidFill>
                <a:latin typeface="Lucida Sans Unicode"/>
                <a:cs typeface="Lucida Sans Unicode"/>
              </a:rPr>
              <a:t>User</a:t>
            </a:r>
            <a:r>
              <a:rPr sz="1100" spc="-45" dirty="0">
                <a:solidFill>
                  <a:srgbClr val="475568"/>
                </a:solidFill>
                <a:latin typeface="Lucida Sans Unicode"/>
                <a:cs typeface="Lucida Sans Unicode"/>
              </a:rPr>
              <a:t> </a:t>
            </a:r>
            <a:r>
              <a:rPr sz="1100" dirty="0">
                <a:solidFill>
                  <a:srgbClr val="475568"/>
                </a:solidFill>
                <a:latin typeface="Lucida Sans Unicode"/>
                <a:cs typeface="Lucida Sans Unicode"/>
              </a:rPr>
              <a:t>Input</a:t>
            </a:r>
            <a:r>
              <a:rPr sz="1100" spc="-45" dirty="0">
                <a:solidFill>
                  <a:srgbClr val="475568"/>
                </a:solidFill>
                <a:latin typeface="Lucida Sans Unicode"/>
                <a:cs typeface="Lucida Sans Unicode"/>
              </a:rPr>
              <a:t> </a:t>
            </a:r>
            <a:r>
              <a:rPr sz="1100" spc="70" dirty="0">
                <a:solidFill>
                  <a:srgbClr val="475568"/>
                </a:solidFill>
                <a:latin typeface="Arial Black"/>
                <a:cs typeface="Arial Black"/>
              </a:rPr>
              <a:t>(y/n)</a:t>
            </a:r>
            <a:endParaRPr sz="1100">
              <a:latin typeface="Arial Black"/>
              <a:cs typeface="Arial Black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566737" y="5281612"/>
            <a:ext cx="6201410" cy="771525"/>
            <a:chOff x="566737" y="5281612"/>
            <a:chExt cx="6201410" cy="771525"/>
          </a:xfrm>
        </p:grpSpPr>
        <p:sp>
          <p:nvSpPr>
            <p:cNvPr id="22" name="object 22"/>
            <p:cNvSpPr/>
            <p:nvPr/>
          </p:nvSpPr>
          <p:spPr>
            <a:xfrm>
              <a:off x="571500" y="5286375"/>
              <a:ext cx="6191885" cy="762000"/>
            </a:xfrm>
            <a:custGeom>
              <a:avLst/>
              <a:gdLst/>
              <a:ahLst/>
              <a:cxnLst/>
              <a:rect l="l" t="t" r="r" b="b"/>
              <a:pathLst>
                <a:path w="6191884" h="762000">
                  <a:moveTo>
                    <a:pt x="6077099" y="761999"/>
                  </a:moveTo>
                  <a:lnTo>
                    <a:pt x="114299" y="761999"/>
                  </a:lnTo>
                  <a:lnTo>
                    <a:pt x="69809" y="753017"/>
                  </a:lnTo>
                  <a:lnTo>
                    <a:pt x="33477" y="728522"/>
                  </a:lnTo>
                  <a:lnTo>
                    <a:pt x="8982" y="692190"/>
                  </a:lnTo>
                  <a:lnTo>
                    <a:pt x="0" y="647699"/>
                  </a:lnTo>
                  <a:lnTo>
                    <a:pt x="0" y="114299"/>
                  </a:ln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299" y="0"/>
                  </a:lnTo>
                  <a:lnTo>
                    <a:pt x="6077099" y="0"/>
                  </a:lnTo>
                  <a:lnTo>
                    <a:pt x="6120840" y="8700"/>
                  </a:lnTo>
                  <a:lnTo>
                    <a:pt x="6157922" y="33477"/>
                  </a:lnTo>
                  <a:lnTo>
                    <a:pt x="6182699" y="70559"/>
                  </a:lnTo>
                  <a:lnTo>
                    <a:pt x="6191399" y="114299"/>
                  </a:lnTo>
                  <a:lnTo>
                    <a:pt x="6191399" y="647699"/>
                  </a:lnTo>
                  <a:lnTo>
                    <a:pt x="6182417" y="692190"/>
                  </a:lnTo>
                  <a:lnTo>
                    <a:pt x="6157922" y="728522"/>
                  </a:lnTo>
                  <a:lnTo>
                    <a:pt x="6121590" y="753017"/>
                  </a:lnTo>
                  <a:lnTo>
                    <a:pt x="6077099" y="7619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71500" y="5286375"/>
              <a:ext cx="6191885" cy="762000"/>
            </a:xfrm>
            <a:custGeom>
              <a:avLst/>
              <a:gdLst/>
              <a:ahLst/>
              <a:cxnLst/>
              <a:rect l="l" t="t" r="r" b="b"/>
              <a:pathLst>
                <a:path w="6191884" h="762000">
                  <a:moveTo>
                    <a:pt x="0" y="114299"/>
                  </a:move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299" y="0"/>
                  </a:lnTo>
                  <a:lnTo>
                    <a:pt x="6077099" y="0"/>
                  </a:lnTo>
                  <a:lnTo>
                    <a:pt x="6120840" y="8700"/>
                  </a:lnTo>
                  <a:lnTo>
                    <a:pt x="6157922" y="33477"/>
                  </a:lnTo>
                  <a:lnTo>
                    <a:pt x="6182699" y="70559"/>
                  </a:lnTo>
                  <a:lnTo>
                    <a:pt x="6191399" y="114299"/>
                  </a:lnTo>
                  <a:lnTo>
                    <a:pt x="6191399" y="647699"/>
                  </a:lnTo>
                  <a:lnTo>
                    <a:pt x="6182417" y="692190"/>
                  </a:lnTo>
                  <a:lnTo>
                    <a:pt x="6157922" y="728522"/>
                  </a:lnTo>
                  <a:lnTo>
                    <a:pt x="6121590" y="753017"/>
                  </a:lnTo>
                  <a:lnTo>
                    <a:pt x="6077099" y="761999"/>
                  </a:lnTo>
                  <a:lnTo>
                    <a:pt x="114299" y="761999"/>
                  </a:lnTo>
                  <a:lnTo>
                    <a:pt x="69809" y="753017"/>
                  </a:lnTo>
                  <a:lnTo>
                    <a:pt x="33477" y="728522"/>
                  </a:lnTo>
                  <a:lnTo>
                    <a:pt x="8982" y="692190"/>
                  </a:lnTo>
                  <a:lnTo>
                    <a:pt x="0" y="647699"/>
                  </a:lnTo>
                  <a:lnTo>
                    <a:pt x="0" y="114299"/>
                  </a:lnTo>
                  <a:close/>
                </a:path>
              </a:pathLst>
            </a:custGeom>
            <a:ln w="9524">
              <a:solidFill>
                <a:srgbClr val="E1E7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98549" y="5524182"/>
              <a:ext cx="298450" cy="266700"/>
            </a:xfrm>
            <a:prstGeom prst="rect">
              <a:avLst/>
            </a:prstGeom>
          </p:spPr>
        </p:pic>
      </p:grpSp>
      <p:sp>
        <p:nvSpPr>
          <p:cNvPr id="25" name="object 25"/>
          <p:cNvSpPr txBox="1"/>
          <p:nvPr/>
        </p:nvSpPr>
        <p:spPr>
          <a:xfrm>
            <a:off x="1511300" y="5457063"/>
            <a:ext cx="891540" cy="4044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670"/>
              </a:lnSpc>
              <a:spcBef>
                <a:spcPts val="100"/>
              </a:spcBef>
            </a:pPr>
            <a:r>
              <a:rPr sz="1400" spc="-35" dirty="0">
                <a:solidFill>
                  <a:srgbClr val="003366"/>
                </a:solidFill>
                <a:latin typeface="Arial Black"/>
                <a:cs typeface="Arial Black"/>
              </a:rPr>
              <a:t>4.</a:t>
            </a:r>
            <a:r>
              <a:rPr sz="1400" spc="-175" dirty="0">
                <a:solidFill>
                  <a:srgbClr val="003366"/>
                </a:solidFill>
                <a:latin typeface="Arial Black"/>
                <a:cs typeface="Arial Black"/>
              </a:rPr>
              <a:t> </a:t>
            </a:r>
            <a:r>
              <a:rPr sz="1400" spc="-10" dirty="0">
                <a:solidFill>
                  <a:srgbClr val="003366"/>
                </a:solidFill>
                <a:latin typeface="Arial Black"/>
                <a:cs typeface="Arial Black"/>
              </a:rPr>
              <a:t>Output</a:t>
            </a:r>
            <a:endParaRPr sz="1400">
              <a:latin typeface="Arial Black"/>
              <a:cs typeface="Arial Black"/>
            </a:endParaRPr>
          </a:p>
          <a:p>
            <a:pPr marL="12700">
              <a:lnSpc>
                <a:spcPts val="1310"/>
              </a:lnSpc>
            </a:pPr>
            <a:r>
              <a:rPr sz="1100" spc="-55" dirty="0">
                <a:solidFill>
                  <a:srgbClr val="475568"/>
                </a:solidFill>
                <a:latin typeface="Arial Black"/>
                <a:cs typeface="Arial Black"/>
              </a:rPr>
              <a:t>Print</a:t>
            </a:r>
            <a:r>
              <a:rPr sz="1100" spc="-90" dirty="0">
                <a:solidFill>
                  <a:srgbClr val="475568"/>
                </a:solidFill>
                <a:latin typeface="Arial Black"/>
                <a:cs typeface="Arial Black"/>
              </a:rPr>
              <a:t> </a:t>
            </a:r>
            <a:r>
              <a:rPr sz="1100" spc="-25" dirty="0">
                <a:solidFill>
                  <a:srgbClr val="475568"/>
                </a:solidFill>
                <a:latin typeface="Arial Black"/>
                <a:cs typeface="Arial Black"/>
              </a:rPr>
              <a:t>Advice</a:t>
            </a:r>
            <a:endParaRPr sz="1100">
              <a:latin typeface="Arial Black"/>
              <a:cs typeface="Arial Black"/>
            </a:endParaRPr>
          </a:p>
        </p:txBody>
      </p:sp>
      <p:pic>
        <p:nvPicPr>
          <p:cNvPr id="26" name="object 2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143750" y="571500"/>
            <a:ext cx="4476899" cy="571499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14" dirty="0"/>
              <a:t>System</a:t>
            </a:r>
            <a:r>
              <a:rPr spc="-355" dirty="0"/>
              <a:t> </a:t>
            </a:r>
            <a:r>
              <a:rPr spc="-65" dirty="0"/>
              <a:t>Output</a:t>
            </a:r>
            <a:r>
              <a:rPr spc="-355" dirty="0"/>
              <a:t> </a:t>
            </a:r>
            <a:r>
              <a:rPr spc="-310" dirty="0"/>
              <a:t>&amp;</a:t>
            </a:r>
            <a:r>
              <a:rPr spc="-355" dirty="0"/>
              <a:t> </a:t>
            </a:r>
            <a:r>
              <a:rPr spc="-135" dirty="0"/>
              <a:t>Results</a:t>
            </a:r>
          </a:p>
        </p:txBody>
      </p:sp>
      <p:sp>
        <p:nvSpPr>
          <p:cNvPr id="3" name="object 3"/>
          <p:cNvSpPr/>
          <p:nvPr/>
        </p:nvSpPr>
        <p:spPr>
          <a:xfrm>
            <a:off x="571500" y="1266825"/>
            <a:ext cx="11049000" cy="28575"/>
          </a:xfrm>
          <a:custGeom>
            <a:avLst/>
            <a:gdLst/>
            <a:ahLst/>
            <a:cxnLst/>
            <a:rect l="l" t="t" r="r" b="b"/>
            <a:pathLst>
              <a:path w="11049000" h="28575">
                <a:moveTo>
                  <a:pt x="11048999" y="28574"/>
                </a:moveTo>
                <a:lnTo>
                  <a:pt x="0" y="28574"/>
                </a:lnTo>
                <a:lnTo>
                  <a:pt x="0" y="0"/>
                </a:lnTo>
                <a:lnTo>
                  <a:pt x="11048999" y="0"/>
                </a:lnTo>
                <a:lnTo>
                  <a:pt x="11048999" y="28574"/>
                </a:lnTo>
                <a:close/>
              </a:path>
            </a:pathLst>
          </a:custGeom>
          <a:solidFill>
            <a:srgbClr val="D4AE37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500" y="2395537"/>
            <a:ext cx="11048999" cy="3067049"/>
          </a:xfrm>
          <a:prstGeom prst="rect">
            <a:avLst/>
          </a:prstGeom>
        </p:spPr>
      </p:pic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571500" y="2400262"/>
          <a:ext cx="11125200" cy="30359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22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865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399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38175"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1535"/>
                        </a:spcBef>
                      </a:pPr>
                      <a:r>
                        <a:rPr sz="1350" spc="-40" dirty="0">
                          <a:solidFill>
                            <a:srgbClr val="37BDF7"/>
                          </a:solidFill>
                          <a:latin typeface="Arial Black"/>
                          <a:cs typeface="Arial Black"/>
                        </a:rPr>
                        <a:t>Diagnosis</a:t>
                      </a:r>
                      <a:r>
                        <a:rPr sz="1350" spc="-165" dirty="0">
                          <a:solidFill>
                            <a:srgbClr val="37BDF7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350" spc="-10" dirty="0">
                          <a:solidFill>
                            <a:srgbClr val="37BDF7"/>
                          </a:solidFill>
                          <a:latin typeface="Arial Black"/>
                          <a:cs typeface="Arial Black"/>
                        </a:rPr>
                        <a:t>Result</a:t>
                      </a:r>
                      <a:endParaRPr sz="1350">
                        <a:latin typeface="Arial Black"/>
                        <a:cs typeface="Arial Black"/>
                      </a:endParaRPr>
                    </a:p>
                  </a:txBody>
                  <a:tcPr marL="0" marR="0" marT="194945" marB="0">
                    <a:lnB w="9525">
                      <a:solidFill>
                        <a:srgbClr val="1E293B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695960">
                        <a:lnSpc>
                          <a:spcPct val="100000"/>
                        </a:lnSpc>
                        <a:spcBef>
                          <a:spcPts val="1535"/>
                        </a:spcBef>
                      </a:pPr>
                      <a:r>
                        <a:rPr sz="1350" spc="-95" dirty="0">
                          <a:solidFill>
                            <a:srgbClr val="37BDF7"/>
                          </a:solidFill>
                          <a:latin typeface="Arial Black"/>
                          <a:cs typeface="Arial Black"/>
                        </a:rPr>
                        <a:t>User</a:t>
                      </a:r>
                      <a:r>
                        <a:rPr sz="1350" spc="-125" dirty="0">
                          <a:solidFill>
                            <a:srgbClr val="37BDF7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350" spc="-25" dirty="0">
                          <a:solidFill>
                            <a:srgbClr val="37BDF7"/>
                          </a:solidFill>
                          <a:latin typeface="Arial Black"/>
                          <a:cs typeface="Arial Black"/>
                        </a:rPr>
                        <a:t>Symptoms</a:t>
                      </a:r>
                      <a:r>
                        <a:rPr sz="1350" spc="-125" dirty="0">
                          <a:solidFill>
                            <a:srgbClr val="37BDF7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350" spc="-10" dirty="0">
                          <a:solidFill>
                            <a:srgbClr val="37BDF7"/>
                          </a:solidFill>
                          <a:latin typeface="Arial Black"/>
                          <a:cs typeface="Arial Black"/>
                        </a:rPr>
                        <a:t>Provided</a:t>
                      </a:r>
                      <a:endParaRPr sz="1350">
                        <a:latin typeface="Arial Black"/>
                        <a:cs typeface="Arial Black"/>
                      </a:endParaRPr>
                    </a:p>
                  </a:txBody>
                  <a:tcPr marL="0" marR="0" marT="194945" marB="0">
                    <a:lnB w="9525">
                      <a:solidFill>
                        <a:srgbClr val="1E293B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962025">
                        <a:lnSpc>
                          <a:spcPct val="100000"/>
                        </a:lnSpc>
                        <a:spcBef>
                          <a:spcPts val="1535"/>
                        </a:spcBef>
                      </a:pPr>
                      <a:r>
                        <a:rPr sz="1350" spc="-35" dirty="0">
                          <a:solidFill>
                            <a:srgbClr val="37BDF7"/>
                          </a:solidFill>
                          <a:latin typeface="Arial Black"/>
                          <a:cs typeface="Arial Black"/>
                        </a:rPr>
                        <a:t>Recommended</a:t>
                      </a:r>
                      <a:r>
                        <a:rPr sz="1350" spc="-110" dirty="0">
                          <a:solidFill>
                            <a:srgbClr val="37BDF7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350" spc="-10" dirty="0">
                          <a:solidFill>
                            <a:srgbClr val="37BDF7"/>
                          </a:solidFill>
                          <a:latin typeface="Arial Black"/>
                          <a:cs typeface="Arial Black"/>
                        </a:rPr>
                        <a:t>Advice</a:t>
                      </a:r>
                      <a:endParaRPr sz="1350">
                        <a:latin typeface="Arial Black"/>
                        <a:cs typeface="Arial Black"/>
                      </a:endParaRPr>
                    </a:p>
                  </a:txBody>
                  <a:tcPr marL="0" marR="0" marT="194945" marB="0">
                    <a:lnB w="9525">
                      <a:solidFill>
                        <a:srgbClr val="1E293B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9440"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1310"/>
                        </a:spcBef>
                      </a:pPr>
                      <a:r>
                        <a:rPr sz="1350" b="1" spc="-10" dirty="0">
                          <a:solidFill>
                            <a:srgbClr val="F7FAFC"/>
                          </a:solidFill>
                          <a:latin typeface="Trebuchet MS"/>
                          <a:cs typeface="Trebuchet MS"/>
                        </a:rPr>
                        <a:t>Battery</a:t>
                      </a:r>
                      <a:endParaRPr sz="1350">
                        <a:latin typeface="Trebuchet MS"/>
                        <a:cs typeface="Trebuchet MS"/>
                      </a:endParaRPr>
                    </a:p>
                  </a:txBody>
                  <a:tcPr marL="0" marR="0" marT="166370" marB="0">
                    <a:lnT w="9525">
                      <a:solidFill>
                        <a:srgbClr val="1E293B"/>
                      </a:solidFill>
                      <a:prstDash val="solid"/>
                    </a:lnT>
                    <a:lnB w="9525">
                      <a:solidFill>
                        <a:srgbClr val="1E293B"/>
                      </a:solidFill>
                      <a:prstDash val="solid"/>
                    </a:lnB>
                    <a:solidFill>
                      <a:srgbClr val="CED7E7"/>
                    </a:solidFill>
                  </a:tcPr>
                </a:tc>
                <a:tc>
                  <a:txBody>
                    <a:bodyPr/>
                    <a:lstStyle/>
                    <a:p>
                      <a:pPr marL="695960">
                        <a:lnSpc>
                          <a:spcPct val="100000"/>
                        </a:lnSpc>
                        <a:spcBef>
                          <a:spcPts val="1310"/>
                        </a:spcBef>
                      </a:pPr>
                      <a:r>
                        <a:rPr sz="1350" spc="-20" dirty="0">
                          <a:solidFill>
                            <a:srgbClr val="F7FAFC"/>
                          </a:solidFill>
                          <a:latin typeface="Trebuchet MS"/>
                          <a:cs typeface="Trebuchet MS"/>
                        </a:rPr>
                        <a:t>Engine</a:t>
                      </a:r>
                      <a:r>
                        <a:rPr sz="1350" spc="-65" dirty="0">
                          <a:solidFill>
                            <a:srgbClr val="F7FAFC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50" spc="-20" dirty="0">
                          <a:solidFill>
                            <a:srgbClr val="F7FAFC"/>
                          </a:solidFill>
                          <a:latin typeface="Trebuchet MS"/>
                          <a:cs typeface="Trebuchet MS"/>
                        </a:rPr>
                        <a:t>won't</a:t>
                      </a:r>
                      <a:r>
                        <a:rPr sz="1350" spc="-60" dirty="0">
                          <a:solidFill>
                            <a:srgbClr val="F7FAFC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50" spc="-65" dirty="0">
                          <a:solidFill>
                            <a:srgbClr val="F7FAFC"/>
                          </a:solidFill>
                          <a:latin typeface="Trebuchet MS"/>
                          <a:cs typeface="Trebuchet MS"/>
                        </a:rPr>
                        <a:t>start, </a:t>
                      </a:r>
                      <a:r>
                        <a:rPr sz="1350" dirty="0">
                          <a:solidFill>
                            <a:srgbClr val="F7FAFC"/>
                          </a:solidFill>
                          <a:latin typeface="Trebuchet MS"/>
                          <a:cs typeface="Trebuchet MS"/>
                        </a:rPr>
                        <a:t>Dim</a:t>
                      </a:r>
                      <a:r>
                        <a:rPr sz="1350" spc="-60" dirty="0">
                          <a:solidFill>
                            <a:srgbClr val="F7FAFC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50" spc="-10" dirty="0">
                          <a:solidFill>
                            <a:srgbClr val="F7FAFC"/>
                          </a:solidFill>
                          <a:latin typeface="Trebuchet MS"/>
                          <a:cs typeface="Trebuchet MS"/>
                        </a:rPr>
                        <a:t>lights</a:t>
                      </a:r>
                      <a:endParaRPr sz="1350">
                        <a:latin typeface="Trebuchet MS"/>
                        <a:cs typeface="Trebuchet MS"/>
                      </a:endParaRPr>
                    </a:p>
                  </a:txBody>
                  <a:tcPr marL="0" marR="0" marT="166370" marB="0">
                    <a:lnT w="9525">
                      <a:solidFill>
                        <a:srgbClr val="1E293B"/>
                      </a:solidFill>
                      <a:prstDash val="solid"/>
                    </a:lnT>
                    <a:lnB w="9525">
                      <a:solidFill>
                        <a:srgbClr val="1E293B"/>
                      </a:solidFill>
                      <a:prstDash val="solid"/>
                    </a:lnB>
                    <a:solidFill>
                      <a:srgbClr val="CED7E7"/>
                    </a:solidFill>
                  </a:tcPr>
                </a:tc>
                <a:tc>
                  <a:txBody>
                    <a:bodyPr/>
                    <a:lstStyle/>
                    <a:p>
                      <a:pPr marL="962025">
                        <a:lnSpc>
                          <a:spcPct val="100000"/>
                        </a:lnSpc>
                        <a:spcBef>
                          <a:spcPts val="1310"/>
                        </a:spcBef>
                      </a:pPr>
                      <a:r>
                        <a:rPr sz="1350" b="1" spc="-30" dirty="0">
                          <a:solidFill>
                            <a:srgbClr val="F7FAFC"/>
                          </a:solidFill>
                          <a:latin typeface="Trebuchet MS"/>
                          <a:cs typeface="Trebuchet MS"/>
                        </a:rPr>
                        <a:t>Replace</a:t>
                      </a:r>
                      <a:r>
                        <a:rPr sz="1350" b="1" spc="-65" dirty="0">
                          <a:solidFill>
                            <a:srgbClr val="F7FAFC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50" spc="-30" dirty="0">
                          <a:solidFill>
                            <a:srgbClr val="F7FAFC"/>
                          </a:solidFill>
                          <a:latin typeface="Trebuchet MS"/>
                          <a:cs typeface="Trebuchet MS"/>
                        </a:rPr>
                        <a:t>the</a:t>
                      </a:r>
                      <a:r>
                        <a:rPr sz="1350" spc="-60" dirty="0">
                          <a:solidFill>
                            <a:srgbClr val="F7FAFC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50" spc="-10" dirty="0">
                          <a:solidFill>
                            <a:srgbClr val="F7FAFC"/>
                          </a:solidFill>
                          <a:latin typeface="Trebuchet MS"/>
                          <a:cs typeface="Trebuchet MS"/>
                        </a:rPr>
                        <a:t>battery</a:t>
                      </a:r>
                      <a:endParaRPr sz="1350">
                        <a:latin typeface="Trebuchet MS"/>
                        <a:cs typeface="Trebuchet MS"/>
                      </a:endParaRPr>
                    </a:p>
                  </a:txBody>
                  <a:tcPr marL="0" marR="0" marT="166370" marB="0">
                    <a:lnT w="9525">
                      <a:solidFill>
                        <a:srgbClr val="1E293B"/>
                      </a:solidFill>
                      <a:prstDash val="solid"/>
                    </a:lnT>
                    <a:lnB w="9525">
                      <a:solidFill>
                        <a:srgbClr val="1E293B"/>
                      </a:solidFill>
                      <a:prstDash val="solid"/>
                    </a:lnB>
                    <a:solidFill>
                      <a:srgbClr val="CED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9440"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1385"/>
                        </a:spcBef>
                      </a:pPr>
                      <a:r>
                        <a:rPr sz="1350" b="1" dirty="0">
                          <a:solidFill>
                            <a:srgbClr val="F7FAFC"/>
                          </a:solidFill>
                          <a:latin typeface="Trebuchet MS"/>
                          <a:cs typeface="Trebuchet MS"/>
                        </a:rPr>
                        <a:t>Spark</a:t>
                      </a:r>
                      <a:r>
                        <a:rPr sz="1350" b="1" spc="60" dirty="0">
                          <a:solidFill>
                            <a:srgbClr val="F7FAFC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50" b="1" spc="-10" dirty="0">
                          <a:solidFill>
                            <a:srgbClr val="F7FAFC"/>
                          </a:solidFill>
                          <a:latin typeface="Trebuchet MS"/>
                          <a:cs typeface="Trebuchet MS"/>
                        </a:rPr>
                        <a:t>Plugs</a:t>
                      </a:r>
                      <a:endParaRPr sz="1350">
                        <a:latin typeface="Trebuchet MS"/>
                        <a:cs typeface="Trebuchet MS"/>
                      </a:endParaRPr>
                    </a:p>
                  </a:txBody>
                  <a:tcPr marL="0" marR="0" marT="175895" marB="0">
                    <a:lnT w="9525">
                      <a:solidFill>
                        <a:srgbClr val="1E293B"/>
                      </a:solidFill>
                      <a:prstDash val="solid"/>
                    </a:lnT>
                    <a:lnB w="9525">
                      <a:solidFill>
                        <a:srgbClr val="1E293B"/>
                      </a:solidFill>
                      <a:prstDash val="solid"/>
                    </a:lnB>
                    <a:solidFill>
                      <a:srgbClr val="E7ECF4"/>
                    </a:solidFill>
                  </a:tcPr>
                </a:tc>
                <a:tc>
                  <a:txBody>
                    <a:bodyPr/>
                    <a:lstStyle/>
                    <a:p>
                      <a:pPr marL="695960">
                        <a:lnSpc>
                          <a:spcPct val="100000"/>
                        </a:lnSpc>
                        <a:spcBef>
                          <a:spcPts val="1385"/>
                        </a:spcBef>
                      </a:pPr>
                      <a:r>
                        <a:rPr sz="1350" spc="-20" dirty="0">
                          <a:solidFill>
                            <a:srgbClr val="F7FAFC"/>
                          </a:solidFill>
                          <a:latin typeface="Trebuchet MS"/>
                          <a:cs typeface="Trebuchet MS"/>
                        </a:rPr>
                        <a:t>Engine</a:t>
                      </a:r>
                      <a:r>
                        <a:rPr sz="1350" spc="-55" dirty="0">
                          <a:solidFill>
                            <a:srgbClr val="F7FAFC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50" spc="-65" dirty="0">
                          <a:solidFill>
                            <a:srgbClr val="F7FAFC"/>
                          </a:solidFill>
                          <a:latin typeface="Trebuchet MS"/>
                          <a:cs typeface="Trebuchet MS"/>
                        </a:rPr>
                        <a:t>misfires,</a:t>
                      </a:r>
                      <a:r>
                        <a:rPr sz="1350" spc="-55" dirty="0">
                          <a:solidFill>
                            <a:srgbClr val="F7FAFC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50" spc="-25" dirty="0">
                          <a:solidFill>
                            <a:srgbClr val="F7FAFC"/>
                          </a:solidFill>
                          <a:latin typeface="Trebuchet MS"/>
                          <a:cs typeface="Trebuchet MS"/>
                        </a:rPr>
                        <a:t>High</a:t>
                      </a:r>
                      <a:r>
                        <a:rPr sz="1350" spc="-50" dirty="0">
                          <a:solidFill>
                            <a:srgbClr val="F7FAFC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50" spc="-10" dirty="0">
                          <a:solidFill>
                            <a:srgbClr val="F7FAFC"/>
                          </a:solidFill>
                          <a:latin typeface="Trebuchet MS"/>
                          <a:cs typeface="Trebuchet MS"/>
                        </a:rPr>
                        <a:t>consumption</a:t>
                      </a:r>
                      <a:endParaRPr sz="1350">
                        <a:latin typeface="Trebuchet MS"/>
                        <a:cs typeface="Trebuchet MS"/>
                      </a:endParaRPr>
                    </a:p>
                  </a:txBody>
                  <a:tcPr marL="0" marR="0" marT="175895" marB="0">
                    <a:lnT w="9525">
                      <a:solidFill>
                        <a:srgbClr val="1E293B"/>
                      </a:solidFill>
                      <a:prstDash val="solid"/>
                    </a:lnT>
                    <a:lnB w="9525">
                      <a:solidFill>
                        <a:srgbClr val="1E293B"/>
                      </a:solidFill>
                      <a:prstDash val="solid"/>
                    </a:lnB>
                    <a:solidFill>
                      <a:srgbClr val="E7ECF4"/>
                    </a:solidFill>
                  </a:tcPr>
                </a:tc>
                <a:tc>
                  <a:txBody>
                    <a:bodyPr/>
                    <a:lstStyle/>
                    <a:p>
                      <a:pPr marL="962025">
                        <a:lnSpc>
                          <a:spcPct val="100000"/>
                        </a:lnSpc>
                        <a:spcBef>
                          <a:spcPts val="1385"/>
                        </a:spcBef>
                      </a:pPr>
                      <a:r>
                        <a:rPr sz="1350" b="1" spc="-20" dirty="0">
                          <a:solidFill>
                            <a:srgbClr val="F7FAFC"/>
                          </a:solidFill>
                          <a:latin typeface="Trebuchet MS"/>
                          <a:cs typeface="Trebuchet MS"/>
                        </a:rPr>
                        <a:t>Clean/Replace</a:t>
                      </a:r>
                      <a:r>
                        <a:rPr sz="1350" b="1" spc="-10" dirty="0">
                          <a:solidFill>
                            <a:srgbClr val="F7FAFC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50" dirty="0">
                          <a:solidFill>
                            <a:srgbClr val="F7FAFC"/>
                          </a:solidFill>
                          <a:latin typeface="Trebuchet MS"/>
                          <a:cs typeface="Trebuchet MS"/>
                        </a:rPr>
                        <a:t>spark </a:t>
                      </a:r>
                      <a:r>
                        <a:rPr sz="1350" spc="-20" dirty="0">
                          <a:solidFill>
                            <a:srgbClr val="F7FAFC"/>
                          </a:solidFill>
                          <a:latin typeface="Trebuchet MS"/>
                          <a:cs typeface="Trebuchet MS"/>
                        </a:rPr>
                        <a:t>plugs</a:t>
                      </a:r>
                      <a:endParaRPr sz="1350">
                        <a:latin typeface="Trebuchet MS"/>
                        <a:cs typeface="Trebuchet MS"/>
                      </a:endParaRPr>
                    </a:p>
                  </a:txBody>
                  <a:tcPr marL="0" marR="0" marT="175895" marB="0">
                    <a:lnT w="9525">
                      <a:solidFill>
                        <a:srgbClr val="1E293B"/>
                      </a:solidFill>
                      <a:prstDash val="solid"/>
                    </a:lnT>
                    <a:lnB w="9525">
                      <a:solidFill>
                        <a:srgbClr val="1E293B"/>
                      </a:solidFill>
                      <a:prstDash val="solid"/>
                    </a:lnB>
                    <a:solidFill>
                      <a:srgbClr val="E7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9440"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1460"/>
                        </a:spcBef>
                      </a:pPr>
                      <a:r>
                        <a:rPr sz="1350" b="1" spc="-10" dirty="0">
                          <a:solidFill>
                            <a:srgbClr val="F7FAFC"/>
                          </a:solidFill>
                          <a:latin typeface="Trebuchet MS"/>
                          <a:cs typeface="Trebuchet MS"/>
                        </a:rPr>
                        <a:t>Radiator</a:t>
                      </a:r>
                      <a:endParaRPr sz="1350">
                        <a:latin typeface="Trebuchet MS"/>
                        <a:cs typeface="Trebuchet MS"/>
                      </a:endParaRPr>
                    </a:p>
                  </a:txBody>
                  <a:tcPr marL="0" marR="0" marT="185420" marB="0">
                    <a:lnT w="9525">
                      <a:solidFill>
                        <a:srgbClr val="1E293B"/>
                      </a:solidFill>
                      <a:prstDash val="solid"/>
                    </a:lnT>
                    <a:lnB w="9525">
                      <a:solidFill>
                        <a:srgbClr val="1E293B"/>
                      </a:solidFill>
                      <a:prstDash val="solid"/>
                    </a:lnB>
                    <a:solidFill>
                      <a:srgbClr val="CED7E7"/>
                    </a:solidFill>
                  </a:tcPr>
                </a:tc>
                <a:tc>
                  <a:txBody>
                    <a:bodyPr/>
                    <a:lstStyle/>
                    <a:p>
                      <a:pPr marL="695960">
                        <a:lnSpc>
                          <a:spcPct val="100000"/>
                        </a:lnSpc>
                        <a:spcBef>
                          <a:spcPts val="1460"/>
                        </a:spcBef>
                      </a:pPr>
                      <a:r>
                        <a:rPr sz="1350" spc="-30" dirty="0">
                          <a:solidFill>
                            <a:srgbClr val="F7FAFC"/>
                          </a:solidFill>
                          <a:latin typeface="Trebuchet MS"/>
                          <a:cs typeface="Trebuchet MS"/>
                        </a:rPr>
                        <a:t>Overheating, </a:t>
                      </a:r>
                      <a:r>
                        <a:rPr sz="1350" spc="-20" dirty="0">
                          <a:solidFill>
                            <a:srgbClr val="F7FAFC"/>
                          </a:solidFill>
                          <a:latin typeface="Trebuchet MS"/>
                          <a:cs typeface="Trebuchet MS"/>
                        </a:rPr>
                        <a:t>Leaking</a:t>
                      </a:r>
                      <a:r>
                        <a:rPr sz="1350" spc="-30" dirty="0">
                          <a:solidFill>
                            <a:srgbClr val="F7FAFC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50" spc="-10" dirty="0">
                          <a:solidFill>
                            <a:srgbClr val="F7FAFC"/>
                          </a:solidFill>
                          <a:latin typeface="Trebuchet MS"/>
                          <a:cs typeface="Trebuchet MS"/>
                        </a:rPr>
                        <a:t>coolant</a:t>
                      </a:r>
                      <a:endParaRPr sz="1350">
                        <a:latin typeface="Trebuchet MS"/>
                        <a:cs typeface="Trebuchet MS"/>
                      </a:endParaRPr>
                    </a:p>
                  </a:txBody>
                  <a:tcPr marL="0" marR="0" marT="185420" marB="0">
                    <a:lnT w="9525">
                      <a:solidFill>
                        <a:srgbClr val="1E293B"/>
                      </a:solidFill>
                      <a:prstDash val="solid"/>
                    </a:lnT>
                    <a:lnB w="9525">
                      <a:solidFill>
                        <a:srgbClr val="1E293B"/>
                      </a:solidFill>
                      <a:prstDash val="solid"/>
                    </a:lnB>
                    <a:solidFill>
                      <a:srgbClr val="CED7E7"/>
                    </a:solidFill>
                  </a:tcPr>
                </a:tc>
                <a:tc>
                  <a:txBody>
                    <a:bodyPr/>
                    <a:lstStyle/>
                    <a:p>
                      <a:pPr marL="962025">
                        <a:lnSpc>
                          <a:spcPct val="100000"/>
                        </a:lnSpc>
                        <a:spcBef>
                          <a:spcPts val="1460"/>
                        </a:spcBef>
                      </a:pPr>
                      <a:r>
                        <a:rPr sz="1350" b="1" spc="-10" dirty="0">
                          <a:solidFill>
                            <a:srgbClr val="F7FAFC"/>
                          </a:solidFill>
                          <a:latin typeface="Trebuchet MS"/>
                          <a:cs typeface="Trebuchet MS"/>
                        </a:rPr>
                        <a:t>Check</a:t>
                      </a:r>
                      <a:r>
                        <a:rPr sz="1350" b="1" spc="-45" dirty="0">
                          <a:solidFill>
                            <a:srgbClr val="F7FAFC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50" spc="-70" dirty="0">
                          <a:solidFill>
                            <a:srgbClr val="F7FAFC"/>
                          </a:solidFill>
                          <a:latin typeface="Trebuchet MS"/>
                          <a:cs typeface="Trebuchet MS"/>
                        </a:rPr>
                        <a:t>hoses/refill</a:t>
                      </a:r>
                      <a:r>
                        <a:rPr sz="1350" spc="-35" dirty="0">
                          <a:solidFill>
                            <a:srgbClr val="F7FAFC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50" spc="-10" dirty="0">
                          <a:solidFill>
                            <a:srgbClr val="F7FAFC"/>
                          </a:solidFill>
                          <a:latin typeface="Trebuchet MS"/>
                          <a:cs typeface="Trebuchet MS"/>
                        </a:rPr>
                        <a:t>coolant</a:t>
                      </a:r>
                      <a:endParaRPr sz="1350">
                        <a:latin typeface="Trebuchet MS"/>
                        <a:cs typeface="Trebuchet MS"/>
                      </a:endParaRPr>
                    </a:p>
                  </a:txBody>
                  <a:tcPr marL="0" marR="0" marT="185420" marB="0">
                    <a:lnT w="9525">
                      <a:solidFill>
                        <a:srgbClr val="1E293B"/>
                      </a:solidFill>
                      <a:prstDash val="solid"/>
                    </a:lnT>
                    <a:lnB w="9525">
                      <a:solidFill>
                        <a:srgbClr val="1E293B"/>
                      </a:solidFill>
                      <a:prstDash val="solid"/>
                    </a:lnB>
                    <a:solidFill>
                      <a:srgbClr val="CED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9440"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1535"/>
                        </a:spcBef>
                      </a:pPr>
                      <a:r>
                        <a:rPr sz="1350" b="1" spc="-10" dirty="0">
                          <a:solidFill>
                            <a:srgbClr val="F7FAFC"/>
                          </a:solidFill>
                          <a:latin typeface="Trebuchet MS"/>
                          <a:cs typeface="Trebuchet MS"/>
                        </a:rPr>
                        <a:t>Unsuccessful</a:t>
                      </a:r>
                      <a:endParaRPr sz="1350">
                        <a:latin typeface="Trebuchet MS"/>
                        <a:cs typeface="Trebuchet MS"/>
                      </a:endParaRPr>
                    </a:p>
                  </a:txBody>
                  <a:tcPr marL="0" marR="0" marT="194945" marB="0">
                    <a:lnT w="9525">
                      <a:solidFill>
                        <a:srgbClr val="1E293B"/>
                      </a:solidFill>
                      <a:prstDash val="solid"/>
                    </a:lnT>
                    <a:lnB w="9525">
                      <a:solidFill>
                        <a:srgbClr val="1E293B"/>
                      </a:solidFill>
                      <a:prstDash val="solid"/>
                    </a:lnB>
                    <a:solidFill>
                      <a:srgbClr val="E7ECF4"/>
                    </a:solidFill>
                  </a:tcPr>
                </a:tc>
                <a:tc>
                  <a:txBody>
                    <a:bodyPr/>
                    <a:lstStyle/>
                    <a:p>
                      <a:pPr marL="695960">
                        <a:lnSpc>
                          <a:spcPct val="100000"/>
                        </a:lnSpc>
                        <a:spcBef>
                          <a:spcPts val="1535"/>
                        </a:spcBef>
                      </a:pPr>
                      <a:r>
                        <a:rPr sz="1350" dirty="0">
                          <a:solidFill>
                            <a:srgbClr val="F7FAFC"/>
                          </a:solidFill>
                          <a:latin typeface="Trebuchet MS"/>
                          <a:cs typeface="Trebuchet MS"/>
                        </a:rPr>
                        <a:t>No</a:t>
                      </a:r>
                      <a:r>
                        <a:rPr sz="1350" spc="-50" dirty="0">
                          <a:solidFill>
                            <a:srgbClr val="F7FAFC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50" spc="-10" dirty="0">
                          <a:solidFill>
                            <a:srgbClr val="F7FAFC"/>
                          </a:solidFill>
                          <a:latin typeface="Trebuchet MS"/>
                          <a:cs typeface="Trebuchet MS"/>
                        </a:rPr>
                        <a:t>matching</a:t>
                      </a:r>
                      <a:r>
                        <a:rPr sz="1350" spc="-50" dirty="0">
                          <a:solidFill>
                            <a:srgbClr val="F7FAFC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50" spc="-10" dirty="0">
                          <a:solidFill>
                            <a:srgbClr val="F7FAFC"/>
                          </a:solidFill>
                          <a:latin typeface="Trebuchet MS"/>
                          <a:cs typeface="Trebuchet MS"/>
                        </a:rPr>
                        <a:t>symptoms</a:t>
                      </a:r>
                      <a:endParaRPr sz="1350">
                        <a:latin typeface="Trebuchet MS"/>
                        <a:cs typeface="Trebuchet MS"/>
                      </a:endParaRPr>
                    </a:p>
                  </a:txBody>
                  <a:tcPr marL="0" marR="0" marT="194945" marB="0">
                    <a:lnT w="9525">
                      <a:solidFill>
                        <a:srgbClr val="1E293B"/>
                      </a:solidFill>
                      <a:prstDash val="solid"/>
                    </a:lnT>
                    <a:lnB w="9525">
                      <a:solidFill>
                        <a:srgbClr val="1E293B"/>
                      </a:solidFill>
                      <a:prstDash val="solid"/>
                    </a:lnB>
                    <a:solidFill>
                      <a:srgbClr val="E7ECF4"/>
                    </a:solidFill>
                  </a:tcPr>
                </a:tc>
                <a:tc>
                  <a:txBody>
                    <a:bodyPr/>
                    <a:lstStyle/>
                    <a:p>
                      <a:pPr marL="962025">
                        <a:lnSpc>
                          <a:spcPct val="100000"/>
                        </a:lnSpc>
                        <a:spcBef>
                          <a:spcPts val="1535"/>
                        </a:spcBef>
                      </a:pPr>
                      <a:r>
                        <a:rPr sz="1350" b="1" dirty="0">
                          <a:solidFill>
                            <a:srgbClr val="F7FAFC"/>
                          </a:solidFill>
                          <a:latin typeface="Trebuchet MS"/>
                          <a:cs typeface="Trebuchet MS"/>
                        </a:rPr>
                        <a:t>System</a:t>
                      </a:r>
                      <a:r>
                        <a:rPr sz="1350" b="1" spc="-55" dirty="0">
                          <a:solidFill>
                            <a:srgbClr val="F7FAFC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50" b="1" spc="-30" dirty="0">
                          <a:solidFill>
                            <a:srgbClr val="F7FAFC"/>
                          </a:solidFill>
                          <a:latin typeface="Trebuchet MS"/>
                          <a:cs typeface="Trebuchet MS"/>
                        </a:rPr>
                        <a:t>cannot</a:t>
                      </a:r>
                      <a:r>
                        <a:rPr sz="1350" b="1" spc="-55" dirty="0">
                          <a:solidFill>
                            <a:srgbClr val="F7FAFC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50" b="1" spc="-10" dirty="0">
                          <a:solidFill>
                            <a:srgbClr val="F7FAFC"/>
                          </a:solidFill>
                          <a:latin typeface="Trebuchet MS"/>
                          <a:cs typeface="Trebuchet MS"/>
                        </a:rPr>
                        <a:t>identify</a:t>
                      </a:r>
                      <a:endParaRPr sz="1350">
                        <a:latin typeface="Trebuchet MS"/>
                        <a:cs typeface="Trebuchet MS"/>
                      </a:endParaRPr>
                    </a:p>
                  </a:txBody>
                  <a:tcPr marL="0" marR="0" marT="194945" marB="0">
                    <a:lnT w="9525">
                      <a:solidFill>
                        <a:srgbClr val="1E293B"/>
                      </a:solidFill>
                      <a:prstDash val="solid"/>
                    </a:lnT>
                    <a:lnB w="9525">
                      <a:solidFill>
                        <a:srgbClr val="1E293B"/>
                      </a:solidFill>
                      <a:prstDash val="solid"/>
                    </a:lnB>
                    <a:solidFill>
                      <a:srgbClr val="E7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126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14" dirty="0"/>
              <a:t>System</a:t>
            </a:r>
            <a:r>
              <a:rPr spc="-355" dirty="0"/>
              <a:t> </a:t>
            </a:r>
            <a:r>
              <a:rPr spc="-65" dirty="0"/>
              <a:t>Output</a:t>
            </a:r>
            <a:r>
              <a:rPr spc="-355" dirty="0"/>
              <a:t> </a:t>
            </a:r>
            <a:r>
              <a:rPr spc="-310" dirty="0"/>
              <a:t>&amp;</a:t>
            </a:r>
            <a:r>
              <a:rPr spc="-355" dirty="0"/>
              <a:t> </a:t>
            </a:r>
            <a:r>
              <a:rPr spc="-135" dirty="0"/>
              <a:t>Results</a:t>
            </a:r>
          </a:p>
        </p:txBody>
      </p:sp>
      <p:sp>
        <p:nvSpPr>
          <p:cNvPr id="3" name="object 3"/>
          <p:cNvSpPr/>
          <p:nvPr/>
        </p:nvSpPr>
        <p:spPr>
          <a:xfrm>
            <a:off x="571500" y="1266825"/>
            <a:ext cx="11049000" cy="28575"/>
          </a:xfrm>
          <a:custGeom>
            <a:avLst/>
            <a:gdLst/>
            <a:ahLst/>
            <a:cxnLst/>
            <a:rect l="l" t="t" r="r" b="b"/>
            <a:pathLst>
              <a:path w="11049000" h="28575">
                <a:moveTo>
                  <a:pt x="11048999" y="28499"/>
                </a:moveTo>
                <a:lnTo>
                  <a:pt x="0" y="28499"/>
                </a:lnTo>
                <a:lnTo>
                  <a:pt x="0" y="0"/>
                </a:lnTo>
                <a:lnTo>
                  <a:pt x="11048999" y="0"/>
                </a:lnTo>
                <a:lnTo>
                  <a:pt x="11048999" y="28499"/>
                </a:lnTo>
                <a:close/>
              </a:path>
            </a:pathLst>
          </a:custGeom>
          <a:solidFill>
            <a:srgbClr val="D4AE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71500" y="1714500"/>
            <a:ext cx="11049000" cy="571500"/>
          </a:xfrm>
          <a:custGeom>
            <a:avLst/>
            <a:gdLst/>
            <a:ahLst/>
            <a:cxnLst/>
            <a:rect l="l" t="t" r="r" b="b"/>
            <a:pathLst>
              <a:path w="11049000" h="571500">
                <a:moveTo>
                  <a:pt x="10972801" y="571499"/>
                </a:moveTo>
                <a:lnTo>
                  <a:pt x="76198" y="571499"/>
                </a:lnTo>
                <a:lnTo>
                  <a:pt x="46538" y="565511"/>
                </a:lnTo>
                <a:lnTo>
                  <a:pt x="22317" y="549182"/>
                </a:lnTo>
                <a:lnTo>
                  <a:pt x="5988" y="524961"/>
                </a:lnTo>
                <a:lnTo>
                  <a:pt x="0" y="495301"/>
                </a:lnTo>
                <a:lnTo>
                  <a:pt x="0" y="76197"/>
                </a:lnTo>
                <a:lnTo>
                  <a:pt x="5988" y="46538"/>
                </a:lnTo>
                <a:lnTo>
                  <a:pt x="22317" y="22317"/>
                </a:lnTo>
                <a:lnTo>
                  <a:pt x="46538" y="5988"/>
                </a:lnTo>
                <a:lnTo>
                  <a:pt x="76198" y="0"/>
                </a:lnTo>
                <a:lnTo>
                  <a:pt x="10972801" y="0"/>
                </a:lnTo>
                <a:lnTo>
                  <a:pt x="11015076" y="12802"/>
                </a:lnTo>
                <a:lnTo>
                  <a:pt x="11043199" y="47038"/>
                </a:lnTo>
                <a:lnTo>
                  <a:pt x="11048999" y="76197"/>
                </a:lnTo>
                <a:lnTo>
                  <a:pt x="11048999" y="495301"/>
                </a:lnTo>
                <a:lnTo>
                  <a:pt x="11043011" y="524961"/>
                </a:lnTo>
                <a:lnTo>
                  <a:pt x="11026682" y="549182"/>
                </a:lnTo>
                <a:lnTo>
                  <a:pt x="11002461" y="565511"/>
                </a:lnTo>
                <a:lnTo>
                  <a:pt x="10972801" y="571499"/>
                </a:lnTo>
                <a:close/>
              </a:path>
            </a:pathLst>
          </a:custGeom>
          <a:solidFill>
            <a:srgbClr val="1E29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49300" y="1875663"/>
            <a:ext cx="153987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0" dirty="0">
                <a:solidFill>
                  <a:srgbClr val="FFFFFF"/>
                </a:solidFill>
                <a:latin typeface="Arial Black"/>
                <a:cs typeface="Arial Black"/>
              </a:rPr>
              <a:t>Diagnosis</a:t>
            </a:r>
            <a:r>
              <a:rPr sz="1400" spc="-10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spc="-60" dirty="0">
                <a:solidFill>
                  <a:srgbClr val="FFFFFF"/>
                </a:solidFill>
                <a:latin typeface="Arial Black"/>
                <a:cs typeface="Arial Black"/>
              </a:rPr>
              <a:t>Result</a:t>
            </a:r>
            <a:endParaRPr sz="1400">
              <a:latin typeface="Arial Black"/>
              <a:cs typeface="Arial Black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797300" y="1875663"/>
            <a:ext cx="232981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95" dirty="0">
                <a:solidFill>
                  <a:srgbClr val="FFFFFF"/>
                </a:solidFill>
                <a:latin typeface="Arial Black"/>
                <a:cs typeface="Arial Black"/>
              </a:rPr>
              <a:t>User</a:t>
            </a:r>
            <a:r>
              <a:rPr sz="1400" spc="-12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spc="-30" dirty="0">
                <a:solidFill>
                  <a:srgbClr val="FFFFFF"/>
                </a:solidFill>
                <a:latin typeface="Arial Black"/>
                <a:cs typeface="Arial Black"/>
              </a:rPr>
              <a:t>Symptoms</a:t>
            </a:r>
            <a:r>
              <a:rPr sz="1400" spc="-12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Arial Black"/>
                <a:cs typeface="Arial Black"/>
              </a:rPr>
              <a:t>Provided</a:t>
            </a:r>
            <a:endParaRPr sz="1400">
              <a:latin typeface="Arial Black"/>
              <a:cs typeface="Arial Black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797800" y="1875663"/>
            <a:ext cx="209931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40" dirty="0">
                <a:solidFill>
                  <a:srgbClr val="FFFFFF"/>
                </a:solidFill>
                <a:latin typeface="Arial Black"/>
                <a:cs typeface="Arial Black"/>
              </a:rPr>
              <a:t>Recommended</a:t>
            </a:r>
            <a:r>
              <a:rPr sz="1400" spc="-8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spc="-35" dirty="0">
                <a:solidFill>
                  <a:srgbClr val="FFFFFF"/>
                </a:solidFill>
                <a:latin typeface="Arial Black"/>
                <a:cs typeface="Arial Black"/>
              </a:rPr>
              <a:t>Advice</a:t>
            </a:r>
            <a:endParaRPr sz="1400">
              <a:latin typeface="Arial Black"/>
              <a:cs typeface="Arial Black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566737" y="2424112"/>
            <a:ext cx="11058525" cy="819785"/>
            <a:chOff x="566737" y="2424112"/>
            <a:chExt cx="11058525" cy="819785"/>
          </a:xfrm>
        </p:grpSpPr>
        <p:sp>
          <p:nvSpPr>
            <p:cNvPr id="9" name="object 9"/>
            <p:cNvSpPr/>
            <p:nvPr/>
          </p:nvSpPr>
          <p:spPr>
            <a:xfrm>
              <a:off x="571500" y="2428875"/>
              <a:ext cx="11049000" cy="810260"/>
            </a:xfrm>
            <a:custGeom>
              <a:avLst/>
              <a:gdLst/>
              <a:ahLst/>
              <a:cxnLst/>
              <a:rect l="l" t="t" r="r" b="b"/>
              <a:pathLst>
                <a:path w="11049000" h="810260">
                  <a:moveTo>
                    <a:pt x="10972799" y="809699"/>
                  </a:moveTo>
                  <a:lnTo>
                    <a:pt x="76200" y="809699"/>
                  </a:lnTo>
                  <a:lnTo>
                    <a:pt x="46540" y="803711"/>
                  </a:lnTo>
                  <a:lnTo>
                    <a:pt x="22318" y="787381"/>
                  </a:lnTo>
                  <a:lnTo>
                    <a:pt x="5988" y="763160"/>
                  </a:lnTo>
                  <a:lnTo>
                    <a:pt x="0" y="733499"/>
                  </a:lnTo>
                  <a:lnTo>
                    <a:pt x="0" y="76200"/>
                  </a:lnTo>
                  <a:lnTo>
                    <a:pt x="5988" y="46539"/>
                  </a:lnTo>
                  <a:lnTo>
                    <a:pt x="22318" y="22318"/>
                  </a:lnTo>
                  <a:lnTo>
                    <a:pt x="46540" y="5988"/>
                  </a:lnTo>
                  <a:lnTo>
                    <a:pt x="76200" y="0"/>
                  </a:lnTo>
                  <a:lnTo>
                    <a:pt x="10972799" y="0"/>
                  </a:lnTo>
                  <a:lnTo>
                    <a:pt x="11015075" y="12802"/>
                  </a:lnTo>
                  <a:lnTo>
                    <a:pt x="11043199" y="47040"/>
                  </a:lnTo>
                  <a:lnTo>
                    <a:pt x="11048999" y="76200"/>
                  </a:lnTo>
                  <a:lnTo>
                    <a:pt x="11048999" y="733499"/>
                  </a:lnTo>
                  <a:lnTo>
                    <a:pt x="11043011" y="763160"/>
                  </a:lnTo>
                  <a:lnTo>
                    <a:pt x="11026681" y="787381"/>
                  </a:lnTo>
                  <a:lnTo>
                    <a:pt x="11002459" y="803711"/>
                  </a:lnTo>
                  <a:lnTo>
                    <a:pt x="10972799" y="809699"/>
                  </a:lnTo>
                  <a:close/>
                </a:path>
              </a:pathLst>
            </a:custGeom>
            <a:solidFill>
              <a:srgbClr val="FFFFFF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71500" y="2428875"/>
              <a:ext cx="11049000" cy="810260"/>
            </a:xfrm>
            <a:custGeom>
              <a:avLst/>
              <a:gdLst/>
              <a:ahLst/>
              <a:cxnLst/>
              <a:rect l="l" t="t" r="r" b="b"/>
              <a:pathLst>
                <a:path w="11049000" h="810260">
                  <a:moveTo>
                    <a:pt x="0" y="76200"/>
                  </a:moveTo>
                  <a:lnTo>
                    <a:pt x="5988" y="46539"/>
                  </a:lnTo>
                  <a:lnTo>
                    <a:pt x="22318" y="22318"/>
                  </a:lnTo>
                  <a:lnTo>
                    <a:pt x="46540" y="5988"/>
                  </a:lnTo>
                  <a:lnTo>
                    <a:pt x="76200" y="0"/>
                  </a:lnTo>
                  <a:lnTo>
                    <a:pt x="10972799" y="0"/>
                  </a:lnTo>
                  <a:lnTo>
                    <a:pt x="11015075" y="12802"/>
                  </a:lnTo>
                  <a:lnTo>
                    <a:pt x="11043199" y="47040"/>
                  </a:lnTo>
                  <a:lnTo>
                    <a:pt x="11048999" y="76200"/>
                  </a:lnTo>
                  <a:lnTo>
                    <a:pt x="11048999" y="733499"/>
                  </a:lnTo>
                  <a:lnTo>
                    <a:pt x="11043011" y="763160"/>
                  </a:lnTo>
                  <a:lnTo>
                    <a:pt x="11026681" y="787381"/>
                  </a:lnTo>
                  <a:lnTo>
                    <a:pt x="11002459" y="803711"/>
                  </a:lnTo>
                  <a:lnTo>
                    <a:pt x="10972799" y="809699"/>
                  </a:lnTo>
                  <a:lnTo>
                    <a:pt x="76200" y="809699"/>
                  </a:lnTo>
                  <a:lnTo>
                    <a:pt x="46540" y="803711"/>
                  </a:lnTo>
                  <a:lnTo>
                    <a:pt x="22318" y="787381"/>
                  </a:lnTo>
                  <a:lnTo>
                    <a:pt x="5988" y="763160"/>
                  </a:lnTo>
                  <a:lnTo>
                    <a:pt x="0" y="733499"/>
                  </a:lnTo>
                  <a:lnTo>
                    <a:pt x="0" y="76200"/>
                  </a:lnTo>
                  <a:close/>
                </a:path>
              </a:pathLst>
            </a:custGeom>
            <a:ln w="9524">
              <a:solidFill>
                <a:srgbClr val="E1E7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749300" y="2729458"/>
            <a:ext cx="584200" cy="200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spc="-40" dirty="0">
                <a:solidFill>
                  <a:srgbClr val="003366"/>
                </a:solidFill>
                <a:latin typeface="Arial Black"/>
                <a:cs typeface="Arial Black"/>
              </a:rPr>
              <a:t>Battery</a:t>
            </a:r>
            <a:endParaRPr sz="1150">
              <a:latin typeface="Arial Black"/>
              <a:cs typeface="Arial Black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797300" y="2729458"/>
            <a:ext cx="2109470" cy="200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dirty="0">
                <a:solidFill>
                  <a:srgbClr val="1E293B"/>
                </a:solidFill>
                <a:latin typeface="Lucida Sans Unicode"/>
                <a:cs typeface="Lucida Sans Unicode"/>
              </a:rPr>
              <a:t>Engine</a:t>
            </a:r>
            <a:r>
              <a:rPr sz="1150" spc="-35" dirty="0">
                <a:solidFill>
                  <a:srgbClr val="1E293B"/>
                </a:solidFill>
                <a:latin typeface="Lucida Sans Unicode"/>
                <a:cs typeface="Lucida Sans Unicode"/>
              </a:rPr>
              <a:t> </a:t>
            </a:r>
            <a:r>
              <a:rPr sz="1150" dirty="0">
                <a:solidFill>
                  <a:srgbClr val="1E293B"/>
                </a:solidFill>
                <a:latin typeface="Lucida Sans Unicode"/>
                <a:cs typeface="Lucida Sans Unicode"/>
              </a:rPr>
              <a:t>won't</a:t>
            </a:r>
            <a:r>
              <a:rPr sz="1150" spc="-35" dirty="0">
                <a:solidFill>
                  <a:srgbClr val="1E293B"/>
                </a:solidFill>
                <a:latin typeface="Lucida Sans Unicode"/>
                <a:cs typeface="Lucida Sans Unicode"/>
              </a:rPr>
              <a:t> </a:t>
            </a:r>
            <a:r>
              <a:rPr sz="1150" dirty="0">
                <a:solidFill>
                  <a:srgbClr val="1E293B"/>
                </a:solidFill>
                <a:latin typeface="Lucida Sans Unicode"/>
                <a:cs typeface="Lucida Sans Unicode"/>
              </a:rPr>
              <a:t>start;</a:t>
            </a:r>
            <a:r>
              <a:rPr sz="1150" spc="-35" dirty="0">
                <a:solidFill>
                  <a:srgbClr val="1E293B"/>
                </a:solidFill>
                <a:latin typeface="Lucida Sans Unicode"/>
                <a:cs typeface="Lucida Sans Unicode"/>
              </a:rPr>
              <a:t> </a:t>
            </a:r>
            <a:r>
              <a:rPr sz="1150" dirty="0">
                <a:solidFill>
                  <a:srgbClr val="1E293B"/>
                </a:solidFill>
                <a:latin typeface="Lucida Sans Unicode"/>
                <a:cs typeface="Lucida Sans Unicode"/>
              </a:rPr>
              <a:t>Dim</a:t>
            </a:r>
            <a:r>
              <a:rPr sz="1150" spc="-35" dirty="0">
                <a:solidFill>
                  <a:srgbClr val="1E293B"/>
                </a:solidFill>
                <a:latin typeface="Lucida Sans Unicode"/>
                <a:cs typeface="Lucida Sans Unicode"/>
              </a:rPr>
              <a:t> </a:t>
            </a:r>
            <a:r>
              <a:rPr sz="1150" spc="-10" dirty="0">
                <a:solidFill>
                  <a:srgbClr val="1E293B"/>
                </a:solidFill>
                <a:latin typeface="Lucida Sans Unicode"/>
                <a:cs typeface="Lucida Sans Unicode"/>
              </a:rPr>
              <a:t>lights</a:t>
            </a:r>
            <a:endParaRPr sz="1150">
              <a:latin typeface="Lucida Sans Unicode"/>
              <a:cs typeface="Lucida Sans Unicode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797800" y="2729458"/>
            <a:ext cx="1501775" cy="200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spc="-60" dirty="0">
                <a:solidFill>
                  <a:srgbClr val="1E293B"/>
                </a:solidFill>
                <a:latin typeface="Arial Black"/>
                <a:cs typeface="Arial Black"/>
              </a:rPr>
              <a:t>Replace</a:t>
            </a:r>
            <a:r>
              <a:rPr sz="1150" spc="-100" dirty="0">
                <a:solidFill>
                  <a:srgbClr val="1E293B"/>
                </a:solidFill>
                <a:latin typeface="Arial Black"/>
                <a:cs typeface="Arial Black"/>
              </a:rPr>
              <a:t> </a:t>
            </a:r>
            <a:r>
              <a:rPr sz="1150" spc="-40" dirty="0">
                <a:solidFill>
                  <a:srgbClr val="1E293B"/>
                </a:solidFill>
                <a:latin typeface="Arial Black"/>
                <a:cs typeface="Arial Black"/>
              </a:rPr>
              <a:t>the</a:t>
            </a:r>
            <a:r>
              <a:rPr sz="1150" spc="-100" dirty="0">
                <a:solidFill>
                  <a:srgbClr val="1E293B"/>
                </a:solidFill>
                <a:latin typeface="Arial Black"/>
                <a:cs typeface="Arial Black"/>
              </a:rPr>
              <a:t> </a:t>
            </a:r>
            <a:r>
              <a:rPr sz="1150" spc="-10" dirty="0">
                <a:solidFill>
                  <a:srgbClr val="1E293B"/>
                </a:solidFill>
                <a:latin typeface="Arial Black"/>
                <a:cs typeface="Arial Black"/>
              </a:rPr>
              <a:t>battery</a:t>
            </a:r>
            <a:endParaRPr sz="1150">
              <a:latin typeface="Arial Black"/>
              <a:cs typeface="Arial Black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566737" y="3376612"/>
            <a:ext cx="11058525" cy="819785"/>
            <a:chOff x="566737" y="3376612"/>
            <a:chExt cx="11058525" cy="819785"/>
          </a:xfrm>
        </p:grpSpPr>
        <p:sp>
          <p:nvSpPr>
            <p:cNvPr id="15" name="object 15"/>
            <p:cNvSpPr/>
            <p:nvPr/>
          </p:nvSpPr>
          <p:spPr>
            <a:xfrm>
              <a:off x="571500" y="3381375"/>
              <a:ext cx="11049000" cy="810260"/>
            </a:xfrm>
            <a:custGeom>
              <a:avLst/>
              <a:gdLst/>
              <a:ahLst/>
              <a:cxnLst/>
              <a:rect l="l" t="t" r="r" b="b"/>
              <a:pathLst>
                <a:path w="11049000" h="810260">
                  <a:moveTo>
                    <a:pt x="10972799" y="809699"/>
                  </a:moveTo>
                  <a:lnTo>
                    <a:pt x="76200" y="809699"/>
                  </a:lnTo>
                  <a:lnTo>
                    <a:pt x="46540" y="803711"/>
                  </a:lnTo>
                  <a:lnTo>
                    <a:pt x="22318" y="787381"/>
                  </a:lnTo>
                  <a:lnTo>
                    <a:pt x="5988" y="763159"/>
                  </a:lnTo>
                  <a:lnTo>
                    <a:pt x="0" y="733499"/>
                  </a:lnTo>
                  <a:lnTo>
                    <a:pt x="0" y="76200"/>
                  </a:lnTo>
                  <a:lnTo>
                    <a:pt x="5988" y="46540"/>
                  </a:lnTo>
                  <a:lnTo>
                    <a:pt x="22318" y="22318"/>
                  </a:lnTo>
                  <a:lnTo>
                    <a:pt x="46540" y="5988"/>
                  </a:lnTo>
                  <a:lnTo>
                    <a:pt x="76200" y="0"/>
                  </a:lnTo>
                  <a:lnTo>
                    <a:pt x="10972799" y="0"/>
                  </a:lnTo>
                  <a:lnTo>
                    <a:pt x="11015075" y="12802"/>
                  </a:lnTo>
                  <a:lnTo>
                    <a:pt x="11043199" y="47039"/>
                  </a:lnTo>
                  <a:lnTo>
                    <a:pt x="11048999" y="76200"/>
                  </a:lnTo>
                  <a:lnTo>
                    <a:pt x="11048999" y="733499"/>
                  </a:lnTo>
                  <a:lnTo>
                    <a:pt x="11043011" y="763159"/>
                  </a:lnTo>
                  <a:lnTo>
                    <a:pt x="11026681" y="787381"/>
                  </a:lnTo>
                  <a:lnTo>
                    <a:pt x="11002459" y="803711"/>
                  </a:lnTo>
                  <a:lnTo>
                    <a:pt x="10972799" y="809699"/>
                  </a:lnTo>
                  <a:close/>
                </a:path>
              </a:pathLst>
            </a:custGeom>
            <a:solidFill>
              <a:srgbClr val="F7FAFC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71500" y="3381375"/>
              <a:ext cx="11049000" cy="810260"/>
            </a:xfrm>
            <a:custGeom>
              <a:avLst/>
              <a:gdLst/>
              <a:ahLst/>
              <a:cxnLst/>
              <a:rect l="l" t="t" r="r" b="b"/>
              <a:pathLst>
                <a:path w="11049000" h="810260">
                  <a:moveTo>
                    <a:pt x="0" y="76200"/>
                  </a:moveTo>
                  <a:lnTo>
                    <a:pt x="5988" y="46540"/>
                  </a:lnTo>
                  <a:lnTo>
                    <a:pt x="22318" y="22318"/>
                  </a:lnTo>
                  <a:lnTo>
                    <a:pt x="46540" y="5988"/>
                  </a:lnTo>
                  <a:lnTo>
                    <a:pt x="76200" y="0"/>
                  </a:lnTo>
                  <a:lnTo>
                    <a:pt x="10972799" y="0"/>
                  </a:lnTo>
                  <a:lnTo>
                    <a:pt x="11015075" y="12802"/>
                  </a:lnTo>
                  <a:lnTo>
                    <a:pt x="11043199" y="47039"/>
                  </a:lnTo>
                  <a:lnTo>
                    <a:pt x="11048999" y="76200"/>
                  </a:lnTo>
                  <a:lnTo>
                    <a:pt x="11048999" y="733499"/>
                  </a:lnTo>
                  <a:lnTo>
                    <a:pt x="11043011" y="763159"/>
                  </a:lnTo>
                  <a:lnTo>
                    <a:pt x="11026681" y="787381"/>
                  </a:lnTo>
                  <a:lnTo>
                    <a:pt x="11002459" y="803711"/>
                  </a:lnTo>
                  <a:lnTo>
                    <a:pt x="10972799" y="809699"/>
                  </a:lnTo>
                  <a:lnTo>
                    <a:pt x="76200" y="809699"/>
                  </a:lnTo>
                  <a:lnTo>
                    <a:pt x="46540" y="803711"/>
                  </a:lnTo>
                  <a:lnTo>
                    <a:pt x="22318" y="787381"/>
                  </a:lnTo>
                  <a:lnTo>
                    <a:pt x="5988" y="763159"/>
                  </a:lnTo>
                  <a:lnTo>
                    <a:pt x="0" y="733499"/>
                  </a:lnTo>
                  <a:lnTo>
                    <a:pt x="0" y="76200"/>
                  </a:lnTo>
                  <a:close/>
                </a:path>
              </a:pathLst>
            </a:custGeom>
            <a:ln w="9524">
              <a:solidFill>
                <a:srgbClr val="E1E7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749300" y="3681958"/>
            <a:ext cx="911225" cy="200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spc="-45" dirty="0">
                <a:solidFill>
                  <a:srgbClr val="003366"/>
                </a:solidFill>
                <a:latin typeface="Arial Black"/>
                <a:cs typeface="Arial Black"/>
              </a:rPr>
              <a:t>Spark</a:t>
            </a:r>
            <a:r>
              <a:rPr sz="1150" spc="-100" dirty="0">
                <a:solidFill>
                  <a:srgbClr val="003366"/>
                </a:solidFill>
                <a:latin typeface="Arial Black"/>
                <a:cs typeface="Arial Black"/>
              </a:rPr>
              <a:t> </a:t>
            </a:r>
            <a:r>
              <a:rPr sz="1150" spc="-30" dirty="0">
                <a:solidFill>
                  <a:srgbClr val="003366"/>
                </a:solidFill>
                <a:latin typeface="Arial Black"/>
                <a:cs typeface="Arial Black"/>
              </a:rPr>
              <a:t>Plugs</a:t>
            </a:r>
            <a:endParaRPr sz="1150">
              <a:latin typeface="Arial Black"/>
              <a:cs typeface="Arial Black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797300" y="3681958"/>
            <a:ext cx="2536190" cy="200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dirty="0">
                <a:solidFill>
                  <a:srgbClr val="1E293B"/>
                </a:solidFill>
                <a:latin typeface="Lucida Sans Unicode"/>
                <a:cs typeface="Lucida Sans Unicode"/>
              </a:rPr>
              <a:t>Engine</a:t>
            </a:r>
            <a:r>
              <a:rPr sz="1150" spc="-50" dirty="0">
                <a:solidFill>
                  <a:srgbClr val="1E293B"/>
                </a:solidFill>
                <a:latin typeface="Lucida Sans Unicode"/>
                <a:cs typeface="Lucida Sans Unicode"/>
              </a:rPr>
              <a:t> </a:t>
            </a:r>
            <a:r>
              <a:rPr sz="1150" spc="-10" dirty="0">
                <a:solidFill>
                  <a:srgbClr val="1E293B"/>
                </a:solidFill>
                <a:latin typeface="Lucida Sans Unicode"/>
                <a:cs typeface="Lucida Sans Unicode"/>
              </a:rPr>
              <a:t>misfires;</a:t>
            </a:r>
            <a:r>
              <a:rPr sz="1150" spc="-45" dirty="0">
                <a:solidFill>
                  <a:srgbClr val="1E293B"/>
                </a:solidFill>
                <a:latin typeface="Lucida Sans Unicode"/>
                <a:cs typeface="Lucida Sans Unicode"/>
              </a:rPr>
              <a:t> </a:t>
            </a:r>
            <a:r>
              <a:rPr sz="1150" dirty="0">
                <a:solidFill>
                  <a:srgbClr val="1E293B"/>
                </a:solidFill>
                <a:latin typeface="Lucida Sans Unicode"/>
                <a:cs typeface="Lucida Sans Unicode"/>
              </a:rPr>
              <a:t>High</a:t>
            </a:r>
            <a:r>
              <a:rPr sz="1150" spc="-45" dirty="0">
                <a:solidFill>
                  <a:srgbClr val="1E293B"/>
                </a:solidFill>
                <a:latin typeface="Lucida Sans Unicode"/>
                <a:cs typeface="Lucida Sans Unicode"/>
              </a:rPr>
              <a:t> </a:t>
            </a:r>
            <a:r>
              <a:rPr sz="1150" spc="-10" dirty="0">
                <a:solidFill>
                  <a:srgbClr val="1E293B"/>
                </a:solidFill>
                <a:latin typeface="Lucida Sans Unicode"/>
                <a:cs typeface="Lucida Sans Unicode"/>
              </a:rPr>
              <a:t>consumption</a:t>
            </a:r>
            <a:endParaRPr sz="1150">
              <a:latin typeface="Lucida Sans Unicode"/>
              <a:cs typeface="Lucida Sans Unicode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797800" y="3681958"/>
            <a:ext cx="2054860" cy="200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spc="-30" dirty="0">
                <a:solidFill>
                  <a:srgbClr val="1E293B"/>
                </a:solidFill>
                <a:latin typeface="Arial Black"/>
                <a:cs typeface="Arial Black"/>
              </a:rPr>
              <a:t>Clean/Replace</a:t>
            </a:r>
            <a:r>
              <a:rPr sz="1150" spc="-70" dirty="0">
                <a:solidFill>
                  <a:srgbClr val="1E293B"/>
                </a:solidFill>
                <a:latin typeface="Arial Black"/>
                <a:cs typeface="Arial Black"/>
              </a:rPr>
              <a:t> </a:t>
            </a:r>
            <a:r>
              <a:rPr sz="1150" spc="-30" dirty="0">
                <a:solidFill>
                  <a:srgbClr val="1E293B"/>
                </a:solidFill>
                <a:latin typeface="Arial Black"/>
                <a:cs typeface="Arial Black"/>
              </a:rPr>
              <a:t>spark</a:t>
            </a:r>
            <a:r>
              <a:rPr sz="1150" spc="-55" dirty="0">
                <a:solidFill>
                  <a:srgbClr val="1E293B"/>
                </a:solidFill>
                <a:latin typeface="Arial Black"/>
                <a:cs typeface="Arial Black"/>
              </a:rPr>
              <a:t> </a:t>
            </a:r>
            <a:r>
              <a:rPr sz="1150" spc="-10" dirty="0">
                <a:solidFill>
                  <a:srgbClr val="1E293B"/>
                </a:solidFill>
                <a:latin typeface="Arial Black"/>
                <a:cs typeface="Arial Black"/>
              </a:rPr>
              <a:t>plugs</a:t>
            </a:r>
            <a:endParaRPr sz="1150">
              <a:latin typeface="Arial Black"/>
              <a:cs typeface="Arial Black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566737" y="4329112"/>
            <a:ext cx="11058525" cy="819785"/>
            <a:chOff x="566737" y="4329112"/>
            <a:chExt cx="11058525" cy="819785"/>
          </a:xfrm>
        </p:grpSpPr>
        <p:sp>
          <p:nvSpPr>
            <p:cNvPr id="21" name="object 21"/>
            <p:cNvSpPr/>
            <p:nvPr/>
          </p:nvSpPr>
          <p:spPr>
            <a:xfrm>
              <a:off x="571500" y="4333875"/>
              <a:ext cx="11049000" cy="810260"/>
            </a:xfrm>
            <a:custGeom>
              <a:avLst/>
              <a:gdLst/>
              <a:ahLst/>
              <a:cxnLst/>
              <a:rect l="l" t="t" r="r" b="b"/>
              <a:pathLst>
                <a:path w="11049000" h="810260">
                  <a:moveTo>
                    <a:pt x="10972799" y="809699"/>
                  </a:moveTo>
                  <a:lnTo>
                    <a:pt x="76200" y="809699"/>
                  </a:lnTo>
                  <a:lnTo>
                    <a:pt x="46540" y="803711"/>
                  </a:lnTo>
                  <a:lnTo>
                    <a:pt x="22318" y="787381"/>
                  </a:lnTo>
                  <a:lnTo>
                    <a:pt x="5988" y="763159"/>
                  </a:lnTo>
                  <a:lnTo>
                    <a:pt x="0" y="733499"/>
                  </a:lnTo>
                  <a:lnTo>
                    <a:pt x="0" y="76200"/>
                  </a:lnTo>
                  <a:lnTo>
                    <a:pt x="5988" y="46540"/>
                  </a:lnTo>
                  <a:lnTo>
                    <a:pt x="22318" y="22318"/>
                  </a:lnTo>
                  <a:lnTo>
                    <a:pt x="46540" y="5988"/>
                  </a:lnTo>
                  <a:lnTo>
                    <a:pt x="76200" y="0"/>
                  </a:lnTo>
                  <a:lnTo>
                    <a:pt x="10972799" y="0"/>
                  </a:lnTo>
                  <a:lnTo>
                    <a:pt x="11015075" y="12802"/>
                  </a:lnTo>
                  <a:lnTo>
                    <a:pt x="11043199" y="47039"/>
                  </a:lnTo>
                  <a:lnTo>
                    <a:pt x="11048999" y="76200"/>
                  </a:lnTo>
                  <a:lnTo>
                    <a:pt x="11048999" y="733499"/>
                  </a:lnTo>
                  <a:lnTo>
                    <a:pt x="11043011" y="763159"/>
                  </a:lnTo>
                  <a:lnTo>
                    <a:pt x="11026681" y="787381"/>
                  </a:lnTo>
                  <a:lnTo>
                    <a:pt x="11002459" y="803711"/>
                  </a:lnTo>
                  <a:lnTo>
                    <a:pt x="10972799" y="809699"/>
                  </a:lnTo>
                  <a:close/>
                </a:path>
              </a:pathLst>
            </a:custGeom>
            <a:solidFill>
              <a:srgbClr val="FFFFFF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71500" y="4333875"/>
              <a:ext cx="11049000" cy="810260"/>
            </a:xfrm>
            <a:custGeom>
              <a:avLst/>
              <a:gdLst/>
              <a:ahLst/>
              <a:cxnLst/>
              <a:rect l="l" t="t" r="r" b="b"/>
              <a:pathLst>
                <a:path w="11049000" h="810260">
                  <a:moveTo>
                    <a:pt x="0" y="76200"/>
                  </a:moveTo>
                  <a:lnTo>
                    <a:pt x="5988" y="46540"/>
                  </a:lnTo>
                  <a:lnTo>
                    <a:pt x="22318" y="22318"/>
                  </a:lnTo>
                  <a:lnTo>
                    <a:pt x="46540" y="5988"/>
                  </a:lnTo>
                  <a:lnTo>
                    <a:pt x="76200" y="0"/>
                  </a:lnTo>
                  <a:lnTo>
                    <a:pt x="10972799" y="0"/>
                  </a:lnTo>
                  <a:lnTo>
                    <a:pt x="11015075" y="12802"/>
                  </a:lnTo>
                  <a:lnTo>
                    <a:pt x="11043199" y="47039"/>
                  </a:lnTo>
                  <a:lnTo>
                    <a:pt x="11048999" y="76200"/>
                  </a:lnTo>
                  <a:lnTo>
                    <a:pt x="11048999" y="733499"/>
                  </a:lnTo>
                  <a:lnTo>
                    <a:pt x="11043011" y="763159"/>
                  </a:lnTo>
                  <a:lnTo>
                    <a:pt x="11026681" y="787381"/>
                  </a:lnTo>
                  <a:lnTo>
                    <a:pt x="11002459" y="803711"/>
                  </a:lnTo>
                  <a:lnTo>
                    <a:pt x="10972799" y="809699"/>
                  </a:lnTo>
                  <a:lnTo>
                    <a:pt x="76200" y="809699"/>
                  </a:lnTo>
                  <a:lnTo>
                    <a:pt x="46540" y="803711"/>
                  </a:lnTo>
                  <a:lnTo>
                    <a:pt x="22318" y="787381"/>
                  </a:lnTo>
                  <a:lnTo>
                    <a:pt x="5988" y="763159"/>
                  </a:lnTo>
                  <a:lnTo>
                    <a:pt x="0" y="733499"/>
                  </a:lnTo>
                  <a:lnTo>
                    <a:pt x="0" y="76200"/>
                  </a:lnTo>
                  <a:close/>
                </a:path>
              </a:pathLst>
            </a:custGeom>
            <a:ln w="9524">
              <a:solidFill>
                <a:srgbClr val="E1E7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749300" y="4634458"/>
            <a:ext cx="676275" cy="200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spc="-30" dirty="0">
                <a:solidFill>
                  <a:srgbClr val="003366"/>
                </a:solidFill>
                <a:latin typeface="Arial Black"/>
                <a:cs typeface="Arial Black"/>
              </a:rPr>
              <a:t>Radiator</a:t>
            </a:r>
            <a:endParaRPr sz="1150">
              <a:latin typeface="Arial Black"/>
              <a:cs typeface="Arial Black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797300" y="4634458"/>
            <a:ext cx="2160905" cy="200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dirty="0">
                <a:solidFill>
                  <a:srgbClr val="1E293B"/>
                </a:solidFill>
                <a:latin typeface="Lucida Sans Unicode"/>
                <a:cs typeface="Lucida Sans Unicode"/>
              </a:rPr>
              <a:t>Overheating;</a:t>
            </a:r>
            <a:r>
              <a:rPr sz="1150" spc="100" dirty="0">
                <a:solidFill>
                  <a:srgbClr val="1E293B"/>
                </a:solidFill>
                <a:latin typeface="Lucida Sans Unicode"/>
                <a:cs typeface="Lucida Sans Unicode"/>
              </a:rPr>
              <a:t> </a:t>
            </a:r>
            <a:r>
              <a:rPr sz="1150" dirty="0">
                <a:solidFill>
                  <a:srgbClr val="1E293B"/>
                </a:solidFill>
                <a:latin typeface="Lucida Sans Unicode"/>
                <a:cs typeface="Lucida Sans Unicode"/>
              </a:rPr>
              <a:t>Leaking</a:t>
            </a:r>
            <a:r>
              <a:rPr sz="1150" spc="105" dirty="0">
                <a:solidFill>
                  <a:srgbClr val="1E293B"/>
                </a:solidFill>
                <a:latin typeface="Lucida Sans Unicode"/>
                <a:cs typeface="Lucida Sans Unicode"/>
              </a:rPr>
              <a:t> </a:t>
            </a:r>
            <a:r>
              <a:rPr sz="1150" spc="-10" dirty="0">
                <a:solidFill>
                  <a:srgbClr val="1E293B"/>
                </a:solidFill>
                <a:latin typeface="Lucida Sans Unicode"/>
                <a:cs typeface="Lucida Sans Unicode"/>
              </a:rPr>
              <a:t>coolant</a:t>
            </a:r>
            <a:endParaRPr sz="1150">
              <a:latin typeface="Lucida Sans Unicode"/>
              <a:cs typeface="Lucida Sans Unicode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797800" y="4634458"/>
            <a:ext cx="1985010" cy="200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spc="-45" dirty="0">
                <a:solidFill>
                  <a:srgbClr val="1E293B"/>
                </a:solidFill>
                <a:latin typeface="Arial Black"/>
                <a:cs typeface="Arial Black"/>
              </a:rPr>
              <a:t>Check</a:t>
            </a:r>
            <a:r>
              <a:rPr sz="1150" spc="-85" dirty="0">
                <a:solidFill>
                  <a:srgbClr val="1E293B"/>
                </a:solidFill>
                <a:latin typeface="Arial Black"/>
                <a:cs typeface="Arial Black"/>
              </a:rPr>
              <a:t> </a:t>
            </a:r>
            <a:r>
              <a:rPr sz="1150" spc="-30" dirty="0">
                <a:solidFill>
                  <a:srgbClr val="1E293B"/>
                </a:solidFill>
                <a:latin typeface="Arial Black"/>
                <a:cs typeface="Arial Black"/>
              </a:rPr>
              <a:t>hoses/refill</a:t>
            </a:r>
            <a:r>
              <a:rPr sz="1150" spc="-85" dirty="0">
                <a:solidFill>
                  <a:srgbClr val="1E293B"/>
                </a:solidFill>
                <a:latin typeface="Arial Black"/>
                <a:cs typeface="Arial Black"/>
              </a:rPr>
              <a:t> </a:t>
            </a:r>
            <a:r>
              <a:rPr sz="1150" spc="-20" dirty="0">
                <a:solidFill>
                  <a:srgbClr val="1E293B"/>
                </a:solidFill>
                <a:latin typeface="Arial Black"/>
                <a:cs typeface="Arial Black"/>
              </a:rPr>
              <a:t>coolant</a:t>
            </a:r>
            <a:endParaRPr sz="1150">
              <a:latin typeface="Arial Black"/>
              <a:cs typeface="Arial Black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566737" y="5281612"/>
            <a:ext cx="11058525" cy="819785"/>
            <a:chOff x="566737" y="5281612"/>
            <a:chExt cx="11058525" cy="819785"/>
          </a:xfrm>
        </p:grpSpPr>
        <p:sp>
          <p:nvSpPr>
            <p:cNvPr id="27" name="object 27"/>
            <p:cNvSpPr/>
            <p:nvPr/>
          </p:nvSpPr>
          <p:spPr>
            <a:xfrm>
              <a:off x="571500" y="5286375"/>
              <a:ext cx="11049000" cy="810260"/>
            </a:xfrm>
            <a:custGeom>
              <a:avLst/>
              <a:gdLst/>
              <a:ahLst/>
              <a:cxnLst/>
              <a:rect l="l" t="t" r="r" b="b"/>
              <a:pathLst>
                <a:path w="11049000" h="810260">
                  <a:moveTo>
                    <a:pt x="10972799" y="809699"/>
                  </a:moveTo>
                  <a:lnTo>
                    <a:pt x="76200" y="809699"/>
                  </a:lnTo>
                  <a:lnTo>
                    <a:pt x="46540" y="803711"/>
                  </a:lnTo>
                  <a:lnTo>
                    <a:pt x="22318" y="787381"/>
                  </a:lnTo>
                  <a:lnTo>
                    <a:pt x="5988" y="763159"/>
                  </a:lnTo>
                  <a:lnTo>
                    <a:pt x="0" y="733499"/>
                  </a:lnTo>
                  <a:lnTo>
                    <a:pt x="0" y="76200"/>
                  </a:lnTo>
                  <a:lnTo>
                    <a:pt x="5988" y="46540"/>
                  </a:lnTo>
                  <a:lnTo>
                    <a:pt x="22318" y="22318"/>
                  </a:lnTo>
                  <a:lnTo>
                    <a:pt x="46540" y="5988"/>
                  </a:lnTo>
                  <a:lnTo>
                    <a:pt x="76200" y="0"/>
                  </a:lnTo>
                  <a:lnTo>
                    <a:pt x="10972799" y="0"/>
                  </a:lnTo>
                  <a:lnTo>
                    <a:pt x="11015075" y="12802"/>
                  </a:lnTo>
                  <a:lnTo>
                    <a:pt x="11043199" y="47039"/>
                  </a:lnTo>
                  <a:lnTo>
                    <a:pt x="11048999" y="76200"/>
                  </a:lnTo>
                  <a:lnTo>
                    <a:pt x="11048999" y="733499"/>
                  </a:lnTo>
                  <a:lnTo>
                    <a:pt x="11043011" y="763159"/>
                  </a:lnTo>
                  <a:lnTo>
                    <a:pt x="11026681" y="787381"/>
                  </a:lnTo>
                  <a:lnTo>
                    <a:pt x="11002459" y="803711"/>
                  </a:lnTo>
                  <a:lnTo>
                    <a:pt x="10972799" y="809699"/>
                  </a:lnTo>
                  <a:close/>
                </a:path>
              </a:pathLst>
            </a:custGeom>
            <a:solidFill>
              <a:srgbClr val="F1F4F9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571500" y="5286375"/>
              <a:ext cx="11049000" cy="810260"/>
            </a:xfrm>
            <a:custGeom>
              <a:avLst/>
              <a:gdLst/>
              <a:ahLst/>
              <a:cxnLst/>
              <a:rect l="l" t="t" r="r" b="b"/>
              <a:pathLst>
                <a:path w="11049000" h="810260">
                  <a:moveTo>
                    <a:pt x="0" y="76200"/>
                  </a:moveTo>
                  <a:lnTo>
                    <a:pt x="5988" y="46540"/>
                  </a:lnTo>
                  <a:lnTo>
                    <a:pt x="22318" y="22318"/>
                  </a:lnTo>
                  <a:lnTo>
                    <a:pt x="46540" y="5988"/>
                  </a:lnTo>
                  <a:lnTo>
                    <a:pt x="76200" y="0"/>
                  </a:lnTo>
                  <a:lnTo>
                    <a:pt x="10972799" y="0"/>
                  </a:lnTo>
                  <a:lnTo>
                    <a:pt x="11015075" y="12802"/>
                  </a:lnTo>
                  <a:lnTo>
                    <a:pt x="11043199" y="47039"/>
                  </a:lnTo>
                  <a:lnTo>
                    <a:pt x="11048999" y="76200"/>
                  </a:lnTo>
                  <a:lnTo>
                    <a:pt x="11048999" y="733499"/>
                  </a:lnTo>
                  <a:lnTo>
                    <a:pt x="11043011" y="763159"/>
                  </a:lnTo>
                  <a:lnTo>
                    <a:pt x="11026681" y="787381"/>
                  </a:lnTo>
                  <a:lnTo>
                    <a:pt x="11002459" y="803711"/>
                  </a:lnTo>
                  <a:lnTo>
                    <a:pt x="10972799" y="809699"/>
                  </a:lnTo>
                  <a:lnTo>
                    <a:pt x="76200" y="809699"/>
                  </a:lnTo>
                  <a:lnTo>
                    <a:pt x="46540" y="803711"/>
                  </a:lnTo>
                  <a:lnTo>
                    <a:pt x="22318" y="787381"/>
                  </a:lnTo>
                  <a:lnTo>
                    <a:pt x="5988" y="763159"/>
                  </a:lnTo>
                  <a:lnTo>
                    <a:pt x="0" y="733499"/>
                  </a:lnTo>
                  <a:lnTo>
                    <a:pt x="0" y="76200"/>
                  </a:lnTo>
                  <a:close/>
                </a:path>
              </a:pathLst>
            </a:custGeom>
            <a:ln w="9524">
              <a:solidFill>
                <a:srgbClr val="E1E7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749300" y="5586958"/>
            <a:ext cx="1030605" cy="200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spc="-50" dirty="0">
                <a:solidFill>
                  <a:srgbClr val="003366"/>
                </a:solidFill>
                <a:latin typeface="Arial Black"/>
                <a:cs typeface="Arial Black"/>
              </a:rPr>
              <a:t>Unsuccessful</a:t>
            </a:r>
            <a:endParaRPr sz="1150">
              <a:latin typeface="Arial Black"/>
              <a:cs typeface="Arial Black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797300" y="5586958"/>
            <a:ext cx="1793239" cy="200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spc="-10" dirty="0">
                <a:solidFill>
                  <a:srgbClr val="1E293B"/>
                </a:solidFill>
                <a:latin typeface="Lucida Sans Unicode"/>
                <a:cs typeface="Lucida Sans Unicode"/>
              </a:rPr>
              <a:t>No</a:t>
            </a:r>
            <a:r>
              <a:rPr sz="1150" spc="114" dirty="0">
                <a:solidFill>
                  <a:srgbClr val="1E293B"/>
                </a:solidFill>
                <a:latin typeface="Lucida Sans Unicode"/>
                <a:cs typeface="Lucida Sans Unicode"/>
              </a:rPr>
              <a:t> </a:t>
            </a:r>
            <a:r>
              <a:rPr sz="1150" dirty="0">
                <a:solidFill>
                  <a:srgbClr val="1E293B"/>
                </a:solidFill>
                <a:latin typeface="Lucida Sans Unicode"/>
                <a:cs typeface="Lucida Sans Unicode"/>
              </a:rPr>
              <a:t>matching</a:t>
            </a:r>
            <a:r>
              <a:rPr sz="1150" spc="114" dirty="0">
                <a:solidFill>
                  <a:srgbClr val="1E293B"/>
                </a:solidFill>
                <a:latin typeface="Lucida Sans Unicode"/>
                <a:cs typeface="Lucida Sans Unicode"/>
              </a:rPr>
              <a:t> </a:t>
            </a:r>
            <a:r>
              <a:rPr sz="1150" spc="-10" dirty="0">
                <a:solidFill>
                  <a:srgbClr val="1E293B"/>
                </a:solidFill>
                <a:latin typeface="Lucida Sans Unicode"/>
                <a:cs typeface="Lucida Sans Unicode"/>
              </a:rPr>
              <a:t>symptoms</a:t>
            </a:r>
            <a:endParaRPr sz="1150">
              <a:latin typeface="Lucida Sans Unicode"/>
              <a:cs typeface="Lucida Sans Unicode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7797800" y="5586958"/>
            <a:ext cx="1776730" cy="200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b="1" i="1" spc="-55" dirty="0">
                <a:solidFill>
                  <a:srgbClr val="475568"/>
                </a:solidFill>
                <a:latin typeface="Verdana"/>
                <a:cs typeface="Verdana"/>
              </a:rPr>
              <a:t>System</a:t>
            </a:r>
            <a:r>
              <a:rPr sz="1150" b="1" i="1" spc="-95" dirty="0">
                <a:solidFill>
                  <a:srgbClr val="475568"/>
                </a:solidFill>
                <a:latin typeface="Verdana"/>
                <a:cs typeface="Verdana"/>
              </a:rPr>
              <a:t> </a:t>
            </a:r>
            <a:r>
              <a:rPr sz="1150" b="1" i="1" spc="-35" dirty="0">
                <a:solidFill>
                  <a:srgbClr val="475568"/>
                </a:solidFill>
                <a:latin typeface="Verdana"/>
                <a:cs typeface="Verdana"/>
              </a:rPr>
              <a:t>cannot</a:t>
            </a:r>
            <a:r>
              <a:rPr sz="1150" b="1" i="1" spc="-90" dirty="0">
                <a:solidFill>
                  <a:srgbClr val="475568"/>
                </a:solidFill>
                <a:latin typeface="Verdana"/>
                <a:cs typeface="Verdana"/>
              </a:rPr>
              <a:t> </a:t>
            </a:r>
            <a:r>
              <a:rPr sz="1150" b="1" i="1" spc="-45" dirty="0">
                <a:solidFill>
                  <a:srgbClr val="475568"/>
                </a:solidFill>
                <a:latin typeface="Verdana"/>
                <a:cs typeface="Verdana"/>
              </a:rPr>
              <a:t>identify</a:t>
            </a:r>
            <a:endParaRPr sz="11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65119" y="1261893"/>
            <a:ext cx="446214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spc="-210" dirty="0">
                <a:solidFill>
                  <a:srgbClr val="D4AE37"/>
                </a:solidFill>
              </a:rPr>
              <a:t>Thank</a:t>
            </a:r>
            <a:r>
              <a:rPr sz="6000" spc="-700" dirty="0">
                <a:solidFill>
                  <a:srgbClr val="D4AE37"/>
                </a:solidFill>
              </a:rPr>
              <a:t> </a:t>
            </a:r>
            <a:r>
              <a:rPr sz="6000" spc="-75" dirty="0">
                <a:solidFill>
                  <a:srgbClr val="D4AE37"/>
                </a:solidFill>
              </a:rPr>
              <a:t>You!</a:t>
            </a:r>
            <a:endParaRPr sz="6000"/>
          </a:p>
        </p:txBody>
      </p:sp>
      <p:sp>
        <p:nvSpPr>
          <p:cNvPr id="3" name="object 3"/>
          <p:cNvSpPr txBox="1"/>
          <p:nvPr/>
        </p:nvSpPr>
        <p:spPr>
          <a:xfrm>
            <a:off x="4840628" y="2512335"/>
            <a:ext cx="251079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0" dirty="0">
                <a:solidFill>
                  <a:srgbClr val="003366"/>
                </a:solidFill>
                <a:latin typeface="Lucida Sans Unicode"/>
                <a:cs typeface="Lucida Sans Unicode"/>
              </a:rPr>
              <a:t>Questions?</a:t>
            </a:r>
            <a:endParaRPr sz="3600">
              <a:latin typeface="Lucida Sans Unicode"/>
              <a:cs typeface="Lucida Sans Unicode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465229" y="4641887"/>
            <a:ext cx="3261995" cy="6769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350" dirty="0">
                <a:solidFill>
                  <a:srgbClr val="334155"/>
                </a:solidFill>
                <a:latin typeface="Tahoma"/>
                <a:cs typeface="Tahoma"/>
              </a:rPr>
              <a:t>Artificial</a:t>
            </a:r>
            <a:r>
              <a:rPr sz="1350" spc="-8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334155"/>
                </a:solidFill>
                <a:latin typeface="Tahoma"/>
                <a:cs typeface="Tahoma"/>
              </a:rPr>
              <a:t>Intelligence</a:t>
            </a:r>
            <a:r>
              <a:rPr sz="1350" spc="-8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350" spc="-114" dirty="0">
                <a:solidFill>
                  <a:srgbClr val="334155"/>
                </a:solidFill>
                <a:latin typeface="Tahoma"/>
                <a:cs typeface="Tahoma"/>
              </a:rPr>
              <a:t>|</a:t>
            </a:r>
            <a:r>
              <a:rPr sz="1350" spc="-8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334155"/>
                </a:solidFill>
                <a:latin typeface="Tahoma"/>
                <a:cs typeface="Tahoma"/>
              </a:rPr>
              <a:t>Engineering</a:t>
            </a:r>
            <a:r>
              <a:rPr sz="1350" spc="-8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350" spc="50" dirty="0">
                <a:solidFill>
                  <a:srgbClr val="334155"/>
                </a:solidFill>
                <a:latin typeface="Tahoma"/>
                <a:cs typeface="Tahoma"/>
              </a:rPr>
              <a:t>CCE414</a:t>
            </a:r>
            <a:endParaRPr sz="13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60"/>
              </a:spcBef>
            </a:pPr>
            <a:endParaRPr sz="135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sz="1350" dirty="0">
                <a:solidFill>
                  <a:srgbClr val="334155"/>
                </a:solidFill>
                <a:latin typeface="Tahoma"/>
                <a:cs typeface="Tahoma"/>
              </a:rPr>
              <a:t>5</a:t>
            </a:r>
            <a:r>
              <a:rPr sz="1350" spc="-13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350" spc="-20" dirty="0">
                <a:solidFill>
                  <a:srgbClr val="334155"/>
                </a:solidFill>
                <a:latin typeface="Tahoma"/>
                <a:cs typeface="Tahoma"/>
              </a:rPr>
              <a:t>/</a:t>
            </a:r>
            <a:r>
              <a:rPr sz="1350" spc="-12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334155"/>
                </a:solidFill>
                <a:latin typeface="Tahoma"/>
                <a:cs typeface="Tahoma"/>
              </a:rPr>
              <a:t>10</a:t>
            </a:r>
            <a:r>
              <a:rPr sz="1350" spc="-13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350" spc="-20" dirty="0">
                <a:solidFill>
                  <a:srgbClr val="334155"/>
                </a:solidFill>
                <a:latin typeface="Tahoma"/>
                <a:cs typeface="Tahoma"/>
              </a:rPr>
              <a:t>/</a:t>
            </a:r>
            <a:r>
              <a:rPr sz="1350" spc="-12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350" spc="-20" dirty="0">
                <a:solidFill>
                  <a:srgbClr val="334155"/>
                </a:solidFill>
                <a:latin typeface="Tahoma"/>
                <a:cs typeface="Tahoma"/>
              </a:rPr>
              <a:t>2026</a:t>
            </a:r>
            <a:endParaRPr sz="13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Words>509</Words>
  <Application>Microsoft Office PowerPoint</Application>
  <PresentationFormat>Widescreen</PresentationFormat>
  <Paragraphs>120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 Black</vt:lpstr>
      <vt:lpstr>Calibri</vt:lpstr>
      <vt:lpstr>Lucida Sans Unicode</vt:lpstr>
      <vt:lpstr>Tahoma</vt:lpstr>
      <vt:lpstr>Trebuchet MS</vt:lpstr>
      <vt:lpstr>Verdana</vt:lpstr>
      <vt:lpstr>Office Theme</vt:lpstr>
      <vt:lpstr>PowerPoint Presentation</vt:lpstr>
      <vt:lpstr>The Introduction</vt:lpstr>
      <vt:lpstr>Problem Statement</vt:lpstr>
      <vt:lpstr>System Purpose &amp; Target Users</vt:lpstr>
      <vt:lpstr>Resources &amp; Expertise</vt:lpstr>
      <vt:lpstr>Knowledge Engineering</vt:lpstr>
      <vt:lpstr>Diagnostic Knowledge Base (1-5)</vt:lpstr>
      <vt:lpstr>Diagnostic Knowledge Base (6-10)</vt:lpstr>
      <vt:lpstr>System Architecture</vt:lpstr>
      <vt:lpstr>Diagnostic Algorithm</vt:lpstr>
      <vt:lpstr>System Output &amp; Results</vt:lpstr>
      <vt:lpstr>System Output &amp; Results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 Diagnosis Expert System</dc:title>
  <cp:lastModifiedBy>David George</cp:lastModifiedBy>
  <cp:revision>1</cp:revision>
  <dcterms:created xsi:type="dcterms:W3CDTF">2026-05-09T19:09:21Z</dcterms:created>
  <dcterms:modified xsi:type="dcterms:W3CDTF">2026-05-09T19:13:50Z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2026-05-09T00:00:00Z</vt:filetime>
  </property>
  <property fmtid="{D5CDD505-2E9C-101B-9397-08002B2CF9AE}" pid="3" name="Creator">
    <vt:lpwstr>Google</vt:lpwstr>
  </property>
  <property fmtid="{D5CDD505-2E9C-101B-9397-08002B2CF9AE}" pid="4" name="LastSaved">
    <vt:filetime>2026-05-09T00:00:00Z</vt:filetime>
  </property>
</Properties>
</file>